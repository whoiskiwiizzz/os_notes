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tiff" ContentType="image/tif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notesMasterIdLst>
    <p:notesMasterId r:id="rId49"/>
  </p:notesMasterIdLst>
  <p:sldIdLst>
    <p:sldId id="257" r:id="rId2"/>
    <p:sldId id="385" r:id="rId3"/>
    <p:sldId id="261" r:id="rId4"/>
    <p:sldId id="259" r:id="rId5"/>
    <p:sldId id="412" r:id="rId6"/>
    <p:sldId id="386" r:id="rId7"/>
    <p:sldId id="262" r:id="rId8"/>
    <p:sldId id="263" r:id="rId9"/>
    <p:sldId id="264" r:id="rId10"/>
    <p:sldId id="265" r:id="rId11"/>
    <p:sldId id="390" r:id="rId12"/>
    <p:sldId id="391" r:id="rId13"/>
    <p:sldId id="413" r:id="rId14"/>
    <p:sldId id="268" r:id="rId15"/>
    <p:sldId id="388" r:id="rId16"/>
    <p:sldId id="414" r:id="rId17"/>
    <p:sldId id="416" r:id="rId18"/>
    <p:sldId id="389" r:id="rId19"/>
    <p:sldId id="417" r:id="rId20"/>
    <p:sldId id="393" r:id="rId21"/>
    <p:sldId id="418" r:id="rId22"/>
    <p:sldId id="272" r:id="rId23"/>
    <p:sldId id="273" r:id="rId24"/>
    <p:sldId id="394" r:id="rId25"/>
    <p:sldId id="274" r:id="rId26"/>
    <p:sldId id="419" r:id="rId27"/>
    <p:sldId id="276" r:id="rId28"/>
    <p:sldId id="278" r:id="rId29"/>
    <p:sldId id="277" r:id="rId30"/>
    <p:sldId id="396" r:id="rId31"/>
    <p:sldId id="282" r:id="rId32"/>
    <p:sldId id="283" r:id="rId33"/>
    <p:sldId id="284" r:id="rId34"/>
    <p:sldId id="397" r:id="rId35"/>
    <p:sldId id="398" r:id="rId36"/>
    <p:sldId id="285" r:id="rId37"/>
    <p:sldId id="288" r:id="rId38"/>
    <p:sldId id="429" r:id="rId39"/>
    <p:sldId id="430" r:id="rId40"/>
    <p:sldId id="421" r:id="rId41"/>
    <p:sldId id="422" r:id="rId42"/>
    <p:sldId id="423" r:id="rId43"/>
    <p:sldId id="424" r:id="rId44"/>
    <p:sldId id="425" r:id="rId45"/>
    <p:sldId id="426" r:id="rId46"/>
    <p:sldId id="427" r:id="rId47"/>
    <p:sldId id="428" r:id="rId48"/>
  </p:sldIdLst>
  <p:sldSz cx="9144000" cy="6858000" type="screen4x3"/>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CCFF"/>
    <a:srgbClr val="7B9495"/>
    <a:srgbClr val="55595D"/>
    <a:srgbClr val="3D8F76"/>
    <a:srgbClr val="323399"/>
    <a:srgbClr val="1A3B86"/>
    <a:srgbClr val="849E9F"/>
    <a:srgbClr val="9DBBBC"/>
    <a:srgbClr val="5D9C89"/>
    <a:srgbClr val="9290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无样式，网格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981" autoAdjust="0"/>
    <p:restoredTop sz="90196" autoAdjust="0"/>
  </p:normalViewPr>
  <p:slideViewPr>
    <p:cSldViewPr snapToGrid="0">
      <p:cViewPr>
        <p:scale>
          <a:sx n="100" d="100"/>
          <a:sy n="100" d="100"/>
        </p:scale>
        <p:origin x="1698" y="10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B2C4591-32D9-4248-9B09-4A3FCC9A2071}" type="datetimeFigureOut">
              <a:rPr kumimoji="1" lang="zh-CN" altLang="en-US" smtClean="0"/>
              <a:t>2026/1/28</a:t>
            </a:fld>
            <a:endParaRPr kumimoji="1" lang="zh-CN" altLang="en-US"/>
          </a:p>
        </p:txBody>
      </p:sp>
      <p:sp>
        <p:nvSpPr>
          <p:cNvPr id="4" name="幻灯片图像占位符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585ACA3-2961-3740-91A0-2A6370DAD6B5}" type="slidenum">
              <a:rPr kumimoji="1" lang="zh-CN" altLang="en-US" smtClean="0"/>
              <a:t>‹#›</a:t>
            </a:fld>
            <a:endParaRPr kumimoji="1" lang="zh-CN" altLang="en-US"/>
          </a:p>
        </p:txBody>
      </p:sp>
    </p:spTree>
    <p:extLst>
      <p:ext uri="{BB962C8B-B14F-4D97-AF65-F5344CB8AC3E}">
        <p14:creationId xmlns:p14="http://schemas.microsoft.com/office/powerpoint/2010/main" val="396422386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zh-CN" sz="1200" kern="1200" dirty="0" smtClean="0">
                <a:solidFill>
                  <a:schemeClr val="tx1"/>
                </a:solidFill>
                <a:effectLst/>
                <a:latin typeface="+mn-lt"/>
                <a:ea typeface="+mn-ea"/>
                <a:cs typeface="+mn-cs"/>
              </a:rPr>
              <a:t>命令接口、图形接口通常以系统自带的应用程序的方式（即系统程序）的方式提供。</a:t>
            </a:r>
          </a:p>
          <a:p>
            <a:r>
              <a:rPr lang="zh-CN" altLang="zh-CN" sz="1200" kern="1200" dirty="0" smtClean="0">
                <a:solidFill>
                  <a:schemeClr val="tx1"/>
                </a:solidFill>
                <a:effectLst/>
                <a:latin typeface="+mn-lt"/>
                <a:ea typeface="+mn-ea"/>
                <a:cs typeface="+mn-cs"/>
              </a:rPr>
              <a:t>如</a:t>
            </a:r>
            <a:r>
              <a:rPr lang="en-US" altLang="zh-CN" sz="1200" kern="1200" dirty="0" err="1" smtClean="0">
                <a:solidFill>
                  <a:schemeClr val="tx1"/>
                </a:solidFill>
                <a:effectLst/>
                <a:latin typeface="+mn-lt"/>
                <a:ea typeface="+mn-ea"/>
                <a:cs typeface="+mn-cs"/>
              </a:rPr>
              <a:t>cmd</a:t>
            </a:r>
            <a:r>
              <a:rPr lang="zh-CN" altLang="zh-CN" sz="1200" kern="1200" dirty="0" smtClean="0">
                <a:solidFill>
                  <a:schemeClr val="tx1"/>
                </a:solidFill>
                <a:effectLst/>
                <a:latin typeface="+mn-lt"/>
                <a:ea typeface="+mn-ea"/>
                <a:cs typeface="+mn-cs"/>
              </a:rPr>
              <a:t>、</a:t>
            </a:r>
            <a:r>
              <a:rPr lang="en-US" altLang="zh-CN" sz="1200" kern="1200" dirty="0" smtClean="0">
                <a:solidFill>
                  <a:schemeClr val="tx1"/>
                </a:solidFill>
                <a:effectLst/>
                <a:latin typeface="+mn-lt"/>
                <a:ea typeface="+mn-ea"/>
                <a:cs typeface="+mn-cs"/>
              </a:rPr>
              <a:t>explorer</a:t>
            </a:r>
            <a:r>
              <a:rPr lang="zh-CN" altLang="zh-CN" sz="1200" kern="1200" dirty="0" smtClean="0">
                <a:solidFill>
                  <a:schemeClr val="tx1"/>
                </a:solidFill>
                <a:effectLst/>
                <a:latin typeface="+mn-lt"/>
                <a:ea typeface="+mn-ea"/>
                <a:cs typeface="+mn-cs"/>
              </a:rPr>
              <a:t>、</a:t>
            </a:r>
            <a:r>
              <a:rPr lang="en-US" altLang="zh-CN" sz="1200" kern="1200" dirty="0" smtClean="0">
                <a:solidFill>
                  <a:schemeClr val="tx1"/>
                </a:solidFill>
                <a:effectLst/>
                <a:latin typeface="+mn-lt"/>
                <a:ea typeface="+mn-ea"/>
                <a:cs typeface="+mn-cs"/>
              </a:rPr>
              <a:t>bash</a:t>
            </a:r>
            <a:r>
              <a:rPr lang="zh-CN" altLang="zh-CN" sz="1200" kern="1200" dirty="0" smtClean="0">
                <a:solidFill>
                  <a:schemeClr val="tx1"/>
                </a:solidFill>
                <a:effectLst/>
                <a:latin typeface="+mn-lt"/>
                <a:ea typeface="+mn-ea"/>
                <a:cs typeface="+mn-cs"/>
              </a:rPr>
              <a:t>，可演示停止</a:t>
            </a:r>
            <a:r>
              <a:rPr lang="en-US" altLang="zh-CN" sz="1200" kern="1200" dirty="0" smtClean="0">
                <a:solidFill>
                  <a:schemeClr val="tx1"/>
                </a:solidFill>
                <a:effectLst/>
                <a:latin typeface="+mn-lt"/>
                <a:ea typeface="+mn-ea"/>
                <a:cs typeface="+mn-cs"/>
              </a:rPr>
              <a:t>explorer</a:t>
            </a:r>
            <a:r>
              <a:rPr lang="zh-CN" altLang="zh-CN" sz="1200" kern="1200" dirty="0" smtClean="0">
                <a:solidFill>
                  <a:schemeClr val="tx1"/>
                </a:solidFill>
                <a:effectLst/>
                <a:latin typeface="+mn-lt"/>
                <a:ea typeface="+mn-ea"/>
                <a:cs typeface="+mn-cs"/>
              </a:rPr>
              <a:t>的效果。</a:t>
            </a:r>
          </a:p>
          <a:p>
            <a:r>
              <a:rPr lang="zh-CN" altLang="zh-CN" sz="1200" kern="1200" dirty="0" smtClean="0">
                <a:solidFill>
                  <a:schemeClr val="tx1"/>
                </a:solidFill>
                <a:effectLst/>
                <a:latin typeface="+mn-lt"/>
                <a:ea typeface="+mn-ea"/>
                <a:cs typeface="+mn-cs"/>
              </a:rPr>
              <a:t>命令接口的优势：适合远程操作，可编写批处理脚本，便于应用程序编程，更适合用于服务器管理。</a:t>
            </a:r>
          </a:p>
          <a:p>
            <a:r>
              <a:rPr lang="zh-CN" altLang="zh-CN" sz="1200" kern="1200" dirty="0" smtClean="0">
                <a:solidFill>
                  <a:schemeClr val="tx1"/>
                </a:solidFill>
                <a:effectLst/>
                <a:latin typeface="+mn-lt"/>
                <a:ea typeface="+mn-ea"/>
                <a:cs typeface="+mn-cs"/>
              </a:rPr>
              <a:t>图形接口必然更复杂，更适合长时间操作（办公、游戏、编程）。</a:t>
            </a:r>
            <a:endParaRPr lang="zh-CN" altLang="en-US" dirty="0"/>
          </a:p>
        </p:txBody>
      </p:sp>
      <p:sp>
        <p:nvSpPr>
          <p:cNvPr id="4" name="灯片编号占位符 3"/>
          <p:cNvSpPr>
            <a:spLocks noGrp="1"/>
          </p:cNvSpPr>
          <p:nvPr>
            <p:ph type="sldNum" sz="quarter" idx="10"/>
          </p:nvPr>
        </p:nvSpPr>
        <p:spPr/>
        <p:txBody>
          <a:bodyPr/>
          <a:lstStyle/>
          <a:p>
            <a:fld id="{E585ACA3-2961-3740-91A0-2A6370DAD6B5}" type="slidenum">
              <a:rPr kumimoji="1" lang="zh-CN" altLang="en-US" smtClean="0"/>
              <a:t>6</a:t>
            </a:fld>
            <a:endParaRPr kumimoji="1" lang="zh-CN" altLang="en-US"/>
          </a:p>
        </p:txBody>
      </p:sp>
    </p:spTree>
    <p:extLst>
      <p:ext uri="{BB962C8B-B14F-4D97-AF65-F5344CB8AC3E}">
        <p14:creationId xmlns:p14="http://schemas.microsoft.com/office/powerpoint/2010/main" val="339252083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zh-CN" sz="1200" kern="1200" dirty="0" smtClean="0">
                <a:solidFill>
                  <a:schemeClr val="tx1"/>
                </a:solidFill>
                <a:effectLst/>
                <a:latin typeface="+mn-lt"/>
                <a:ea typeface="+mn-ea"/>
                <a:cs typeface="+mn-cs"/>
              </a:rPr>
              <a:t>了解即可：</a:t>
            </a:r>
            <a:r>
              <a:rPr lang="en-US" altLang="zh-CN" sz="1200" kern="1200" dirty="0" smtClean="0">
                <a:solidFill>
                  <a:schemeClr val="tx1"/>
                </a:solidFill>
                <a:effectLst/>
                <a:latin typeface="+mn-lt"/>
                <a:ea typeface="+mn-ea"/>
                <a:cs typeface="+mn-cs"/>
              </a:rPr>
              <a:t>x86</a:t>
            </a:r>
            <a:r>
              <a:rPr lang="zh-CN" altLang="zh-CN" sz="1200" kern="1200" dirty="0" smtClean="0">
                <a:solidFill>
                  <a:schemeClr val="tx1"/>
                </a:solidFill>
                <a:effectLst/>
                <a:latin typeface="+mn-lt"/>
                <a:ea typeface="+mn-ea"/>
                <a:cs typeface="+mn-cs"/>
              </a:rPr>
              <a:t>调用门描述符还提供</a:t>
            </a:r>
            <a:r>
              <a:rPr lang="en-US" altLang="zh-CN" sz="1200" kern="1200" dirty="0" smtClean="0">
                <a:solidFill>
                  <a:schemeClr val="tx1"/>
                </a:solidFill>
                <a:effectLst/>
                <a:latin typeface="+mn-lt"/>
                <a:ea typeface="+mn-ea"/>
                <a:cs typeface="+mn-cs"/>
              </a:rPr>
              <a:t>“</a:t>
            </a:r>
            <a:r>
              <a:rPr lang="zh-CN" altLang="zh-CN" sz="1200" kern="1200" dirty="0" smtClean="0">
                <a:solidFill>
                  <a:schemeClr val="tx1"/>
                </a:solidFill>
                <a:effectLst/>
                <a:latin typeface="+mn-lt"/>
                <a:ea typeface="+mn-ea"/>
                <a:cs typeface="+mn-cs"/>
              </a:rPr>
              <a:t>参数个数</a:t>
            </a:r>
            <a:r>
              <a:rPr lang="en-US" altLang="zh-CN" sz="1200" kern="1200" dirty="0" smtClean="0">
                <a:solidFill>
                  <a:schemeClr val="tx1"/>
                </a:solidFill>
                <a:effectLst/>
                <a:latin typeface="+mn-lt"/>
                <a:ea typeface="+mn-ea"/>
                <a:cs typeface="+mn-cs"/>
              </a:rPr>
              <a:t>”</a:t>
            </a:r>
            <a:r>
              <a:rPr lang="zh-CN" altLang="zh-CN" sz="1200" kern="1200" dirty="0" smtClean="0">
                <a:solidFill>
                  <a:schemeClr val="tx1"/>
                </a:solidFill>
                <a:effectLst/>
                <a:latin typeface="+mn-lt"/>
                <a:ea typeface="+mn-ea"/>
                <a:cs typeface="+mn-cs"/>
              </a:rPr>
              <a:t>，</a:t>
            </a:r>
            <a:r>
              <a:rPr lang="en-US" altLang="zh-CN" sz="1200" kern="1200" dirty="0" smtClean="0">
                <a:solidFill>
                  <a:schemeClr val="tx1"/>
                </a:solidFill>
                <a:effectLst/>
                <a:latin typeface="+mn-lt"/>
                <a:ea typeface="+mn-ea"/>
                <a:cs typeface="+mn-cs"/>
              </a:rPr>
              <a:t>CPU</a:t>
            </a:r>
            <a:r>
              <a:rPr lang="zh-CN" altLang="zh-CN" sz="1200" kern="1200" dirty="0" smtClean="0">
                <a:solidFill>
                  <a:schemeClr val="tx1"/>
                </a:solidFill>
                <a:effectLst/>
                <a:latin typeface="+mn-lt"/>
                <a:ea typeface="+mn-ea"/>
                <a:cs typeface="+mn-cs"/>
              </a:rPr>
              <a:t>可把更多用户栈内容（即参数）转入内核栈。</a:t>
            </a:r>
            <a:endParaRPr lang="zh-CN" altLang="en-US" dirty="0"/>
          </a:p>
        </p:txBody>
      </p:sp>
      <p:sp>
        <p:nvSpPr>
          <p:cNvPr id="4" name="灯片编号占位符 3"/>
          <p:cNvSpPr>
            <a:spLocks noGrp="1"/>
          </p:cNvSpPr>
          <p:nvPr>
            <p:ph type="sldNum" sz="quarter" idx="10"/>
          </p:nvPr>
        </p:nvSpPr>
        <p:spPr/>
        <p:txBody>
          <a:bodyPr/>
          <a:lstStyle/>
          <a:p>
            <a:fld id="{E585ACA3-2961-3740-91A0-2A6370DAD6B5}" type="slidenum">
              <a:rPr kumimoji="1" lang="zh-CN" altLang="en-US" smtClean="0"/>
              <a:t>16</a:t>
            </a:fld>
            <a:endParaRPr kumimoji="1" lang="zh-CN" altLang="en-US"/>
          </a:p>
        </p:txBody>
      </p:sp>
    </p:spTree>
    <p:extLst>
      <p:ext uri="{BB962C8B-B14F-4D97-AF65-F5344CB8AC3E}">
        <p14:creationId xmlns:p14="http://schemas.microsoft.com/office/powerpoint/2010/main" val="290214985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pPr marL="0" marR="0" lvl="3" indent="0" algn="l" defTabSz="914400" rtl="0" eaLnBrk="1" fontAlgn="auto" latinLnBrk="0" hangingPunct="1">
              <a:lnSpc>
                <a:spcPct val="100000"/>
              </a:lnSpc>
              <a:spcBef>
                <a:spcPts val="0"/>
              </a:spcBef>
              <a:spcAft>
                <a:spcPts val="0"/>
              </a:spcAft>
              <a:buClrTx/>
              <a:buSzTx/>
              <a:buFontTx/>
              <a:buNone/>
              <a:tabLst/>
              <a:defRPr/>
            </a:pPr>
            <a:r>
              <a:rPr lang="en-US" altLang="zh-CN" smtClean="0"/>
              <a:t>Message example: WM_LBUTTONDOWN, indicating the left button is pushed down.</a:t>
            </a:r>
          </a:p>
          <a:p>
            <a:pPr marL="0" marR="0" lvl="3" indent="0" algn="l" defTabSz="914400" rtl="0" eaLnBrk="1" fontAlgn="auto" latinLnBrk="0" hangingPunct="1">
              <a:lnSpc>
                <a:spcPct val="100000"/>
              </a:lnSpc>
              <a:spcBef>
                <a:spcPts val="0"/>
              </a:spcBef>
              <a:spcAft>
                <a:spcPts val="0"/>
              </a:spcAft>
              <a:buClrTx/>
              <a:buSzTx/>
              <a:buFontTx/>
              <a:buNone/>
              <a:tabLst/>
              <a:defRPr/>
            </a:pPr>
            <a:r>
              <a:rPr lang="en-US" altLang="zh-CN" smtClean="0"/>
              <a:t>wParam holds a series of bit flags identifying the state of the Ctrl and Shift keys and of the mouse buttons.</a:t>
            </a:r>
          </a:p>
          <a:p>
            <a:pPr marL="0" marR="0" lvl="3" indent="0" algn="l" defTabSz="914400" rtl="0" eaLnBrk="1" fontAlgn="auto" latinLnBrk="0" hangingPunct="1">
              <a:lnSpc>
                <a:spcPct val="100000"/>
              </a:lnSpc>
              <a:spcBef>
                <a:spcPts val="0"/>
              </a:spcBef>
              <a:spcAft>
                <a:spcPts val="0"/>
              </a:spcAft>
              <a:buClrTx/>
              <a:buSzTx/>
              <a:buFontTx/>
              <a:buNone/>
              <a:tabLst/>
              <a:defRPr/>
            </a:pPr>
            <a:r>
              <a:rPr lang="en-US" altLang="zh-CN" smtClean="0"/>
              <a:t>lParam holds two 16-bit values identifying the location of the mouse pointer when the click occurred</a:t>
            </a:r>
          </a:p>
        </p:txBody>
      </p:sp>
      <p:sp>
        <p:nvSpPr>
          <p:cNvPr id="4" name="灯片编号占位符 3"/>
          <p:cNvSpPr>
            <a:spLocks noGrp="1"/>
          </p:cNvSpPr>
          <p:nvPr>
            <p:ph type="sldNum" sz="quarter" idx="10"/>
          </p:nvPr>
        </p:nvSpPr>
        <p:spPr/>
        <p:txBody>
          <a:bodyPr/>
          <a:lstStyle/>
          <a:p>
            <a:fld id="{0C9F6E40-2B04-40B9-B595-D870F0DD9E61}" type="slidenum">
              <a:rPr lang="zh-CN" altLang="en-US" smtClean="0"/>
              <a:pPr/>
              <a:t>42</a:t>
            </a:fld>
            <a:endParaRPr lang="zh-CN" altLang="en-US"/>
          </a:p>
        </p:txBody>
      </p:sp>
    </p:spTree>
    <p:extLst>
      <p:ext uri="{BB962C8B-B14F-4D97-AF65-F5344CB8AC3E}">
        <p14:creationId xmlns:p14="http://schemas.microsoft.com/office/powerpoint/2010/main" val="271984219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pPr marL="0" marR="0" lvl="3" indent="0" algn="l" defTabSz="914400" rtl="0" eaLnBrk="1" fontAlgn="auto" latinLnBrk="0" hangingPunct="1">
              <a:lnSpc>
                <a:spcPct val="100000"/>
              </a:lnSpc>
              <a:spcBef>
                <a:spcPts val="0"/>
              </a:spcBef>
              <a:spcAft>
                <a:spcPts val="0"/>
              </a:spcAft>
              <a:buClrTx/>
              <a:buSzTx/>
              <a:buFontTx/>
              <a:buNone/>
              <a:tabLst/>
              <a:defRPr/>
            </a:pPr>
            <a:r>
              <a:rPr lang="en-US" altLang="zh-CN" dirty="0" smtClean="0"/>
              <a:t>Why callback? Sometimes the OS knows the basic process</a:t>
            </a:r>
            <a:r>
              <a:rPr lang="en-US" altLang="zh-CN" baseline="0" dirty="0" smtClean="0"/>
              <a:t> </a:t>
            </a:r>
            <a:r>
              <a:rPr lang="en-US" altLang="zh-CN" dirty="0" smtClean="0"/>
              <a:t>of</a:t>
            </a:r>
            <a:r>
              <a:rPr lang="en-US" altLang="zh-CN" baseline="0" dirty="0" smtClean="0"/>
              <a:t> a task, but the specific task at a certain step may be up to the application, and the OS has no idea about that.</a:t>
            </a:r>
          </a:p>
          <a:p>
            <a:pPr marL="0" marR="0" lvl="3" indent="0" algn="l" defTabSz="914400" rtl="0" eaLnBrk="1" fontAlgn="auto" latinLnBrk="0" hangingPunct="1">
              <a:lnSpc>
                <a:spcPct val="100000"/>
              </a:lnSpc>
              <a:spcBef>
                <a:spcPts val="0"/>
              </a:spcBef>
              <a:spcAft>
                <a:spcPts val="0"/>
              </a:spcAft>
              <a:buClrTx/>
              <a:buSzTx/>
              <a:buFontTx/>
              <a:buNone/>
              <a:tabLst/>
              <a:defRPr/>
            </a:pPr>
            <a:r>
              <a:rPr lang="en-US" altLang="zh-CN" baseline="0" dirty="0" smtClean="0"/>
              <a:t>Example 1: message process</a:t>
            </a:r>
          </a:p>
          <a:p>
            <a:pPr marL="0" marR="0" lvl="3" indent="0" algn="l" defTabSz="914400" rtl="0" eaLnBrk="1" fontAlgn="auto" latinLnBrk="0" hangingPunct="1">
              <a:lnSpc>
                <a:spcPct val="100000"/>
              </a:lnSpc>
              <a:spcBef>
                <a:spcPts val="0"/>
              </a:spcBef>
              <a:spcAft>
                <a:spcPts val="0"/>
              </a:spcAft>
              <a:buClrTx/>
              <a:buSzTx/>
              <a:buFontTx/>
              <a:buNone/>
              <a:tabLst/>
              <a:defRPr/>
            </a:pPr>
            <a:r>
              <a:rPr lang="en-US" altLang="zh-CN" baseline="0" dirty="0" smtClean="0"/>
              <a:t>Example 2: system font enumeration</a:t>
            </a:r>
            <a:endParaRPr lang="en-US" altLang="zh-CN" dirty="0" smtClean="0"/>
          </a:p>
        </p:txBody>
      </p:sp>
      <p:sp>
        <p:nvSpPr>
          <p:cNvPr id="4" name="灯片编号占位符 3"/>
          <p:cNvSpPr>
            <a:spLocks noGrp="1"/>
          </p:cNvSpPr>
          <p:nvPr>
            <p:ph type="sldNum" sz="quarter" idx="10"/>
          </p:nvPr>
        </p:nvSpPr>
        <p:spPr/>
        <p:txBody>
          <a:bodyPr/>
          <a:lstStyle/>
          <a:p>
            <a:fld id="{0C9F6E40-2B04-40B9-B595-D870F0DD9E61}" type="slidenum">
              <a:rPr lang="zh-CN" altLang="en-US" smtClean="0"/>
              <a:pPr/>
              <a:t>43</a:t>
            </a:fld>
            <a:endParaRPr lang="zh-CN" altLang="en-US"/>
          </a:p>
        </p:txBody>
      </p:sp>
    </p:spTree>
    <p:extLst>
      <p:ext uri="{BB962C8B-B14F-4D97-AF65-F5344CB8AC3E}">
        <p14:creationId xmlns:p14="http://schemas.microsoft.com/office/powerpoint/2010/main" val="200773461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zh-CN" sz="1200" kern="1200" dirty="0" smtClean="0">
                <a:solidFill>
                  <a:schemeClr val="tx1"/>
                </a:solidFill>
                <a:effectLst/>
                <a:latin typeface="+mn-lt"/>
                <a:ea typeface="+mn-ea"/>
                <a:cs typeface="+mn-cs"/>
              </a:rPr>
              <a:t>解答问题</a:t>
            </a:r>
            <a:r>
              <a:rPr lang="en-US" altLang="zh-CN" sz="1200" kern="1200" dirty="0" smtClean="0">
                <a:solidFill>
                  <a:schemeClr val="tx1"/>
                </a:solidFill>
                <a:effectLst/>
                <a:latin typeface="+mn-lt"/>
                <a:ea typeface="+mn-ea"/>
                <a:cs typeface="+mn-cs"/>
              </a:rPr>
              <a:t>1.3</a:t>
            </a:r>
            <a:endParaRPr lang="zh-CN" altLang="zh-CN" sz="1200" kern="1200" dirty="0" smtClean="0">
              <a:solidFill>
                <a:schemeClr val="tx1"/>
              </a:solidFill>
              <a:effectLst/>
              <a:latin typeface="+mn-lt"/>
              <a:ea typeface="+mn-ea"/>
              <a:cs typeface="+mn-cs"/>
            </a:endParaRPr>
          </a:p>
        </p:txBody>
      </p:sp>
      <p:sp>
        <p:nvSpPr>
          <p:cNvPr id="4" name="灯片编号占位符 3"/>
          <p:cNvSpPr>
            <a:spLocks noGrp="1"/>
          </p:cNvSpPr>
          <p:nvPr>
            <p:ph type="sldNum" sz="quarter" idx="10"/>
          </p:nvPr>
        </p:nvSpPr>
        <p:spPr/>
        <p:txBody>
          <a:bodyPr/>
          <a:lstStyle/>
          <a:p>
            <a:fld id="{E585ACA3-2961-3740-91A0-2A6370DAD6B5}" type="slidenum">
              <a:rPr kumimoji="1" lang="zh-CN" altLang="en-US" smtClean="0"/>
              <a:t>44</a:t>
            </a:fld>
            <a:endParaRPr kumimoji="1" lang="zh-CN" altLang="en-US"/>
          </a:p>
        </p:txBody>
      </p:sp>
    </p:spTree>
    <p:extLst>
      <p:ext uri="{BB962C8B-B14F-4D97-AF65-F5344CB8AC3E}">
        <p14:creationId xmlns:p14="http://schemas.microsoft.com/office/powerpoint/2010/main" val="3978251553"/>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sp>
        <p:nvSpPr>
          <p:cNvPr id="7" name="Rectangle 11">
            <a:extLst>
              <a:ext uri="{FF2B5EF4-FFF2-40B4-BE49-F238E27FC236}">
                <a16:creationId xmlns="" xmlns:a16="http://schemas.microsoft.com/office/drawing/2014/main" id="{7B338C99-4BFA-EC8E-7B91-F5844CDD83BD}"/>
              </a:ext>
            </a:extLst>
          </p:cNvPr>
          <p:cNvSpPr>
            <a:spLocks noChangeArrowheads="1"/>
          </p:cNvSpPr>
          <p:nvPr/>
        </p:nvSpPr>
        <p:spPr bwMode="auto">
          <a:xfrm flipV="1">
            <a:off x="315915" y="3260759"/>
            <a:ext cx="8693150" cy="55563"/>
          </a:xfrm>
          <a:prstGeom prst="rect">
            <a:avLst/>
          </a:prstGeom>
          <a:gradFill rotWithShape="0">
            <a:gsLst>
              <a:gs pos="0">
                <a:schemeClr val="bg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a:endParaRPr lang="zh-CN" altLang="en-US" sz="1350"/>
          </a:p>
        </p:txBody>
      </p:sp>
      <p:sp>
        <p:nvSpPr>
          <p:cNvPr id="65548" name="Rectangle 12"/>
          <p:cNvSpPr>
            <a:spLocks noGrp="1" noChangeArrowheads="1"/>
          </p:cNvSpPr>
          <p:nvPr>
            <p:ph type="ctrTitle"/>
          </p:nvPr>
        </p:nvSpPr>
        <p:spPr>
          <a:xfrm>
            <a:off x="2088682" y="1828800"/>
            <a:ext cx="6674317" cy="1143000"/>
          </a:xfrm>
        </p:spPr>
        <p:txBody>
          <a:bodyPr/>
          <a:lstStyle>
            <a:lvl1pPr>
              <a:defRPr/>
            </a:lvl1pPr>
          </a:lstStyle>
          <a:p>
            <a:r>
              <a:rPr lang="zh-CN" altLang="en-US" noProof="1" smtClean="0"/>
              <a:t>单击此处编辑母版标题样式</a:t>
            </a:r>
            <a:endParaRPr lang="zh-CN" altLang="en-US" noProof="1"/>
          </a:p>
        </p:txBody>
      </p:sp>
      <p:sp>
        <p:nvSpPr>
          <p:cNvPr id="65549" name="Rectangle 13"/>
          <p:cNvSpPr>
            <a:spLocks noGrp="1" noChangeArrowheads="1"/>
          </p:cNvSpPr>
          <p:nvPr>
            <p:ph type="subTitle" idx="1"/>
          </p:nvPr>
        </p:nvSpPr>
        <p:spPr>
          <a:xfrm>
            <a:off x="1371600" y="3886200"/>
            <a:ext cx="6400800" cy="1752600"/>
          </a:xfrm>
        </p:spPr>
        <p:txBody>
          <a:bodyPr/>
          <a:lstStyle>
            <a:lvl1pPr marL="0" indent="0" algn="ctr">
              <a:buFont typeface="Wingdings" panose="05000000000000000000" pitchFamily="2" charset="2"/>
              <a:buNone/>
              <a:defRPr/>
            </a:lvl1pPr>
          </a:lstStyle>
          <a:p>
            <a:r>
              <a:rPr lang="zh-CN" altLang="en-US" noProof="1" smtClean="0"/>
              <a:t>单击此处编辑母版副标题样式</a:t>
            </a:r>
            <a:endParaRPr lang="zh-CN" altLang="en-US" noProof="1"/>
          </a:p>
        </p:txBody>
      </p:sp>
      <p:sp>
        <p:nvSpPr>
          <p:cNvPr id="12" name="Rectangle 14">
            <a:extLst>
              <a:ext uri="{FF2B5EF4-FFF2-40B4-BE49-F238E27FC236}">
                <a16:creationId xmlns="" xmlns:a16="http://schemas.microsoft.com/office/drawing/2014/main" id="{69E201AF-481D-D7F5-F5A3-B7C5682D2571}"/>
              </a:ext>
            </a:extLst>
          </p:cNvPr>
          <p:cNvSpPr>
            <a:spLocks noGrp="1" noChangeArrowheads="1"/>
          </p:cNvSpPr>
          <p:nvPr>
            <p:ph type="dt" sz="half" idx="10"/>
          </p:nvPr>
        </p:nvSpPr>
        <p:spPr>
          <a:xfrm>
            <a:off x="990600" y="6248400"/>
            <a:ext cx="1905000" cy="457200"/>
          </a:xfrm>
        </p:spPr>
        <p:txBody>
          <a:bodyPr/>
          <a:lstStyle>
            <a:lvl1pPr>
              <a:defRPr>
                <a:solidFill>
                  <a:schemeClr val="bg2"/>
                </a:solidFill>
              </a:defRPr>
            </a:lvl1pPr>
          </a:lstStyle>
          <a:p>
            <a:pPr>
              <a:defRPr/>
            </a:pPr>
            <a:endParaRPr lang="en-US" altLang="zh-CN"/>
          </a:p>
        </p:txBody>
      </p:sp>
      <p:sp>
        <p:nvSpPr>
          <p:cNvPr id="13" name="Rectangle 15">
            <a:extLst>
              <a:ext uri="{FF2B5EF4-FFF2-40B4-BE49-F238E27FC236}">
                <a16:creationId xmlns="" xmlns:a16="http://schemas.microsoft.com/office/drawing/2014/main" id="{701192B2-B64A-92F9-322E-CE658D3C1F41}"/>
              </a:ext>
            </a:extLst>
          </p:cNvPr>
          <p:cNvSpPr>
            <a:spLocks noGrp="1" noChangeArrowheads="1"/>
          </p:cNvSpPr>
          <p:nvPr>
            <p:ph type="ftr" sz="quarter" idx="11"/>
          </p:nvPr>
        </p:nvSpPr>
        <p:spPr>
          <a:xfrm>
            <a:off x="3429000" y="6248400"/>
            <a:ext cx="2895600" cy="457200"/>
          </a:xfrm>
          <a:prstGeom prst="rect">
            <a:avLst/>
          </a:prstGeom>
        </p:spPr>
        <p:txBody>
          <a:bodyPr/>
          <a:lstStyle>
            <a:lvl1pPr>
              <a:defRPr>
                <a:solidFill>
                  <a:schemeClr val="bg2"/>
                </a:solidFill>
              </a:defRPr>
            </a:lvl1pPr>
          </a:lstStyle>
          <a:p>
            <a:pPr>
              <a:defRPr/>
            </a:pPr>
            <a:endParaRPr lang="en-US" altLang="zh-CN"/>
          </a:p>
        </p:txBody>
      </p:sp>
      <p:sp>
        <p:nvSpPr>
          <p:cNvPr id="14" name="Rectangle 16">
            <a:extLst>
              <a:ext uri="{FF2B5EF4-FFF2-40B4-BE49-F238E27FC236}">
                <a16:creationId xmlns="" xmlns:a16="http://schemas.microsoft.com/office/drawing/2014/main" id="{1003B9B5-2387-F5A9-AE3D-CEEB0E21370C}"/>
              </a:ext>
            </a:extLst>
          </p:cNvPr>
          <p:cNvSpPr>
            <a:spLocks noGrp="1" noChangeArrowheads="1"/>
          </p:cNvSpPr>
          <p:nvPr>
            <p:ph type="sldNum" sz="quarter" idx="12"/>
          </p:nvPr>
        </p:nvSpPr>
        <p:spPr>
          <a:xfrm>
            <a:off x="6858000" y="6248400"/>
            <a:ext cx="1905000" cy="457200"/>
          </a:xfrm>
        </p:spPr>
        <p:txBody>
          <a:bodyPr/>
          <a:lstStyle>
            <a:lvl1pPr>
              <a:defRPr>
                <a:solidFill>
                  <a:schemeClr val="bg2"/>
                </a:solidFill>
              </a:defRPr>
            </a:lvl1pPr>
          </a:lstStyle>
          <a:p>
            <a:fld id="{6B6F798D-A431-694C-B66B-13A47D786A04}" type="slidenum">
              <a:rPr lang="zh-CN" altLang="en-US"/>
              <a:pPr/>
              <a:t>‹#›</a:t>
            </a:fld>
            <a:endParaRPr lang="zh-CN" altLang="en-US"/>
          </a:p>
        </p:txBody>
      </p:sp>
      <p:pic>
        <p:nvPicPr>
          <p:cNvPr id="15" name="图片 14">
            <a:extLst>
              <a:ext uri="{FF2B5EF4-FFF2-40B4-BE49-F238E27FC236}">
                <a16:creationId xmlns="" xmlns:a16="http://schemas.microsoft.com/office/drawing/2014/main" id="{E26E1406-7E5E-7B8E-2119-BA64BFFD8107}"/>
              </a:ext>
            </a:extLst>
          </p:cNvPr>
          <p:cNvPicPr>
            <a:picLocks noChangeAspect="1"/>
          </p:cNvPicPr>
          <p:nvPr userDrawn="1"/>
        </p:nvPicPr>
        <p:blipFill>
          <a:blip r:embed="rId2"/>
          <a:stretch>
            <a:fillRect/>
          </a:stretch>
        </p:blipFill>
        <p:spPr>
          <a:xfrm>
            <a:off x="381000" y="1071012"/>
            <a:ext cx="1863615" cy="2189747"/>
          </a:xfrm>
          <a:prstGeom prst="rect">
            <a:avLst/>
          </a:prstGeom>
        </p:spPr>
      </p:pic>
      <p:pic>
        <p:nvPicPr>
          <p:cNvPr id="17" name="Picture 6">
            <a:extLst>
              <a:ext uri="{FF2B5EF4-FFF2-40B4-BE49-F238E27FC236}">
                <a16:creationId xmlns="" xmlns:a16="http://schemas.microsoft.com/office/drawing/2014/main" id="{C401CBDC-AA8E-6DF1-BD9D-89438EB384E7}"/>
              </a:ext>
            </a:extLst>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529093" y="3310673"/>
            <a:ext cx="1414007" cy="254885"/>
          </a:xfrm>
          <a:prstGeom prst="rect">
            <a:avLst/>
          </a:prstGeom>
          <a:solidFill>
            <a:srgbClr val="5D9C89"/>
          </a:solidFill>
        </p:spPr>
      </p:pic>
    </p:spTree>
    <p:extLst>
      <p:ext uri="{BB962C8B-B14F-4D97-AF65-F5344CB8AC3E}">
        <p14:creationId xmlns:p14="http://schemas.microsoft.com/office/powerpoint/2010/main" val="491551916"/>
      </p:ext>
    </p:extLst>
  </p:cSld>
  <p:clrMapOvr>
    <a:masterClrMapping/>
  </p:clrMapOvr>
  <p:transition spd="med">
    <p:zoom/>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sz="3600">
                <a:latin typeface="Century" panose="02040604050505020304" pitchFamily="18" charset="0"/>
              </a:defRPr>
            </a:lvl1pPr>
          </a:lstStyle>
          <a:p>
            <a:r>
              <a:rPr lang="zh-CN" altLang="en-US" noProof="1" smtClean="0"/>
              <a:t>单击此处编辑母版标题样式</a:t>
            </a:r>
            <a:endParaRPr lang="zh-CN" altLang="en-US" noProof="1"/>
          </a:p>
        </p:txBody>
      </p:sp>
      <p:sp>
        <p:nvSpPr>
          <p:cNvPr id="3" name="内容占位符 2"/>
          <p:cNvSpPr>
            <a:spLocks noGrp="1"/>
          </p:cNvSpPr>
          <p:nvPr>
            <p:ph idx="1"/>
          </p:nvPr>
        </p:nvSpPr>
        <p:spPr/>
        <p:txBody>
          <a:bodyPr>
            <a:normAutofit/>
          </a:bodyPr>
          <a:lstStyle>
            <a:lvl1pPr hangingPunct="1">
              <a:buClr>
                <a:schemeClr val="accent4"/>
              </a:buClr>
              <a:defRPr sz="3000">
                <a:latin typeface="Century" panose="02040604050505020304" pitchFamily="18" charset="0"/>
              </a:defRPr>
            </a:lvl1pPr>
            <a:lvl2pPr hangingPunct="1">
              <a:buClr>
                <a:srgbClr val="C00000"/>
              </a:buClr>
              <a:defRPr sz="2600">
                <a:latin typeface="Century" panose="02040604050505020304" pitchFamily="18" charset="0"/>
              </a:defRPr>
            </a:lvl2pPr>
            <a:lvl3pPr hangingPunct="1">
              <a:buClr>
                <a:schemeClr val="tx2"/>
              </a:buClr>
              <a:defRPr sz="2200">
                <a:latin typeface="Century" panose="02040604050505020304" pitchFamily="18" charset="0"/>
              </a:defRPr>
            </a:lvl3pPr>
            <a:lvl4pPr hangingPunct="1">
              <a:buClr>
                <a:schemeClr val="accent2">
                  <a:lumMod val="50000"/>
                </a:schemeClr>
              </a:buClr>
              <a:defRPr sz="1800">
                <a:latin typeface="Century" panose="02040604050505020304" pitchFamily="18" charset="0"/>
              </a:defRPr>
            </a:lvl4pPr>
            <a:lvl5pPr hangingPunct="1">
              <a:buClr>
                <a:schemeClr val="accent5">
                  <a:lumMod val="25000"/>
                </a:schemeClr>
              </a:buClr>
              <a:defRPr sz="1800">
                <a:latin typeface="Century" panose="02040604050505020304" pitchFamily="18" charset="0"/>
              </a:defRPr>
            </a:lvl5pPr>
          </a:lstStyle>
          <a:p>
            <a:pPr lvl="0"/>
            <a:r>
              <a:rPr lang="zh-CN" altLang="en-US" noProof="1" smtClean="0"/>
              <a:t>单击此处编辑母版文本样式</a:t>
            </a:r>
          </a:p>
          <a:p>
            <a:pPr lvl="1"/>
            <a:r>
              <a:rPr lang="zh-CN" altLang="en-US" noProof="1" smtClean="0"/>
              <a:t>第二级</a:t>
            </a:r>
          </a:p>
          <a:p>
            <a:pPr lvl="2"/>
            <a:r>
              <a:rPr lang="zh-CN" altLang="en-US" noProof="1" smtClean="0"/>
              <a:t>第三级</a:t>
            </a:r>
          </a:p>
          <a:p>
            <a:pPr lvl="3"/>
            <a:r>
              <a:rPr lang="zh-CN" altLang="en-US" noProof="1" smtClean="0"/>
              <a:t>第四级</a:t>
            </a:r>
          </a:p>
          <a:p>
            <a:pPr lvl="4"/>
            <a:r>
              <a:rPr lang="zh-CN" altLang="en-US" noProof="1" smtClean="0"/>
              <a:t>第五级</a:t>
            </a:r>
            <a:endParaRPr lang="zh-CN" altLang="en-US" noProof="1"/>
          </a:p>
        </p:txBody>
      </p:sp>
      <p:sp>
        <p:nvSpPr>
          <p:cNvPr id="4" name="Rectangle 11">
            <a:extLst>
              <a:ext uri="{FF2B5EF4-FFF2-40B4-BE49-F238E27FC236}">
                <a16:creationId xmlns="" xmlns:a16="http://schemas.microsoft.com/office/drawing/2014/main" id="{D84B8634-86D3-A0AE-194D-6A15AFAFFACB}"/>
              </a:ext>
            </a:extLst>
          </p:cNvPr>
          <p:cNvSpPr>
            <a:spLocks noGrp="1" noChangeArrowheads="1"/>
          </p:cNvSpPr>
          <p:nvPr>
            <p:ph type="dt" sz="half" idx="10"/>
          </p:nvPr>
        </p:nvSpPr>
        <p:spPr>
          <a:ln/>
        </p:spPr>
        <p:txBody>
          <a:bodyPr/>
          <a:lstStyle>
            <a:lvl1pPr>
              <a:defRPr/>
            </a:lvl1pPr>
          </a:lstStyle>
          <a:p>
            <a:pPr>
              <a:defRPr/>
            </a:pPr>
            <a:endParaRPr lang="en-US" altLang="zh-CN" dirty="0"/>
          </a:p>
        </p:txBody>
      </p:sp>
      <p:sp>
        <p:nvSpPr>
          <p:cNvPr id="5" name="Rectangle 12">
            <a:extLst>
              <a:ext uri="{FF2B5EF4-FFF2-40B4-BE49-F238E27FC236}">
                <a16:creationId xmlns="" xmlns:a16="http://schemas.microsoft.com/office/drawing/2014/main" id="{0723DE67-FDB7-4E97-1714-22C53D101CB2}"/>
              </a:ext>
            </a:extLst>
          </p:cNvPr>
          <p:cNvSpPr>
            <a:spLocks noGrp="1" noChangeArrowheads="1"/>
          </p:cNvSpPr>
          <p:nvPr>
            <p:ph type="ftr" sz="quarter" idx="11"/>
          </p:nvPr>
        </p:nvSpPr>
        <p:spPr>
          <a:xfrm>
            <a:off x="3352800" y="6324600"/>
            <a:ext cx="2895600" cy="457200"/>
          </a:xfrm>
          <a:prstGeom prst="rect">
            <a:avLst/>
          </a:prstGeom>
          <a:ln/>
        </p:spPr>
        <p:txBody>
          <a:bodyPr/>
          <a:lstStyle>
            <a:lvl1pPr>
              <a:defRPr/>
            </a:lvl1pPr>
          </a:lstStyle>
          <a:p>
            <a:pPr>
              <a:defRPr/>
            </a:pPr>
            <a:endParaRPr lang="en-US" altLang="zh-CN" dirty="0"/>
          </a:p>
        </p:txBody>
      </p:sp>
      <p:sp>
        <p:nvSpPr>
          <p:cNvPr id="6" name="Rectangle 13">
            <a:extLst>
              <a:ext uri="{FF2B5EF4-FFF2-40B4-BE49-F238E27FC236}">
                <a16:creationId xmlns="" xmlns:a16="http://schemas.microsoft.com/office/drawing/2014/main" id="{724CAC9F-9A1C-2025-A160-151BDB7FFF03}"/>
              </a:ext>
            </a:extLst>
          </p:cNvPr>
          <p:cNvSpPr>
            <a:spLocks noGrp="1" noChangeArrowheads="1"/>
          </p:cNvSpPr>
          <p:nvPr>
            <p:ph type="sldNum" sz="quarter" idx="12"/>
          </p:nvPr>
        </p:nvSpPr>
        <p:spPr>
          <a:ln/>
        </p:spPr>
        <p:txBody>
          <a:bodyPr/>
          <a:lstStyle>
            <a:lvl1pPr>
              <a:defRPr/>
            </a:lvl1pPr>
          </a:lstStyle>
          <a:p>
            <a:fld id="{4093CC90-4002-504C-BD88-C9A1D374048E}" type="slidenum">
              <a:rPr lang="zh-CN" altLang="en-US" smtClean="0"/>
              <a:pPr/>
              <a:t>‹#›</a:t>
            </a:fld>
            <a:endParaRPr lang="zh-CN" altLang="en-US" dirty="0"/>
          </a:p>
        </p:txBody>
      </p:sp>
    </p:spTree>
    <p:extLst>
      <p:ext uri="{BB962C8B-B14F-4D97-AF65-F5344CB8AC3E}">
        <p14:creationId xmlns:p14="http://schemas.microsoft.com/office/powerpoint/2010/main" val="1495866086"/>
      </p:ext>
    </p:extLst>
  </p:cSld>
  <p:clrMapOvr>
    <a:masterClrMapping/>
  </p:clrMapOvr>
  <p:transition spd="med">
    <p:zoom/>
  </p:transition>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6"/>
            <a:ext cx="7772400" cy="1362075"/>
          </a:xfrm>
        </p:spPr>
        <p:txBody>
          <a:bodyPr anchor="t"/>
          <a:lstStyle>
            <a:lvl1pPr algn="l">
              <a:defRPr sz="3000" b="1" cap="all"/>
            </a:lvl1pPr>
          </a:lstStyle>
          <a:p>
            <a:r>
              <a:rPr lang="zh-CN" altLang="en-US" noProof="1" smtClean="0"/>
              <a:t>单击此处编辑母版标题样式</a:t>
            </a:r>
            <a:endParaRPr lang="zh-CN" altLang="en-US" noProof="1"/>
          </a:p>
        </p:txBody>
      </p:sp>
      <p:sp>
        <p:nvSpPr>
          <p:cNvPr id="3" name="文本占位符 2"/>
          <p:cNvSpPr>
            <a:spLocks noGrp="1"/>
          </p:cNvSpPr>
          <p:nvPr>
            <p:ph type="body" idx="1"/>
          </p:nvPr>
        </p:nvSpPr>
        <p:spPr>
          <a:xfrm>
            <a:off x="722313" y="2906713"/>
            <a:ext cx="7772400" cy="1500187"/>
          </a:xfrm>
        </p:spPr>
        <p:txBody>
          <a:bodyPr anchor="b"/>
          <a:lstStyle>
            <a:lvl1pPr marL="0" indent="0">
              <a:buNone/>
              <a:defRPr sz="1500"/>
            </a:lvl1pPr>
            <a:lvl2pPr marL="342884" indent="0">
              <a:buNone/>
              <a:defRPr sz="1350"/>
            </a:lvl2pPr>
            <a:lvl3pPr marL="685766" indent="0">
              <a:buNone/>
              <a:defRPr sz="1200"/>
            </a:lvl3pPr>
            <a:lvl4pPr marL="1028649" indent="0">
              <a:buNone/>
              <a:defRPr sz="1050"/>
            </a:lvl4pPr>
            <a:lvl5pPr marL="1371532" indent="0">
              <a:buNone/>
              <a:defRPr sz="1050"/>
            </a:lvl5pPr>
            <a:lvl6pPr marL="1714415" indent="0">
              <a:buNone/>
              <a:defRPr sz="1050"/>
            </a:lvl6pPr>
            <a:lvl7pPr marL="2057297" indent="0">
              <a:buNone/>
              <a:defRPr sz="1050"/>
            </a:lvl7pPr>
            <a:lvl8pPr marL="2400180" indent="0">
              <a:buNone/>
              <a:defRPr sz="1050"/>
            </a:lvl8pPr>
            <a:lvl9pPr marL="2743064" indent="0">
              <a:buNone/>
              <a:defRPr sz="1050"/>
            </a:lvl9pPr>
          </a:lstStyle>
          <a:p>
            <a:pPr lvl="0"/>
            <a:r>
              <a:rPr lang="zh-CN" altLang="en-US" noProof="1" smtClean="0"/>
              <a:t>单击此处编辑母版文本样式</a:t>
            </a:r>
          </a:p>
        </p:txBody>
      </p:sp>
      <p:sp>
        <p:nvSpPr>
          <p:cNvPr id="7" name="日期占位符 6">
            <a:extLst>
              <a:ext uri="{FF2B5EF4-FFF2-40B4-BE49-F238E27FC236}">
                <a16:creationId xmlns="" xmlns:a16="http://schemas.microsoft.com/office/drawing/2014/main" id="{FFBDFF65-8CBE-FC8E-C2AB-BF39F778E411}"/>
              </a:ext>
            </a:extLst>
          </p:cNvPr>
          <p:cNvSpPr>
            <a:spLocks noGrp="1"/>
          </p:cNvSpPr>
          <p:nvPr>
            <p:ph type="dt" sz="half" idx="10"/>
          </p:nvPr>
        </p:nvSpPr>
        <p:spPr/>
        <p:txBody>
          <a:bodyPr/>
          <a:lstStyle/>
          <a:p>
            <a:pPr>
              <a:defRPr/>
            </a:pPr>
            <a:endParaRPr lang="en-US" altLang="zh-CN" dirty="0"/>
          </a:p>
        </p:txBody>
      </p:sp>
      <p:sp>
        <p:nvSpPr>
          <p:cNvPr id="8" name="页脚占位符 7">
            <a:extLst>
              <a:ext uri="{FF2B5EF4-FFF2-40B4-BE49-F238E27FC236}">
                <a16:creationId xmlns="" xmlns:a16="http://schemas.microsoft.com/office/drawing/2014/main" id="{557BB269-8BCF-19AE-2E4C-4F50A72F7BB4}"/>
              </a:ext>
            </a:extLst>
          </p:cNvPr>
          <p:cNvSpPr>
            <a:spLocks noGrp="1"/>
          </p:cNvSpPr>
          <p:nvPr>
            <p:ph type="ftr" sz="quarter" idx="11"/>
          </p:nvPr>
        </p:nvSpPr>
        <p:spPr>
          <a:xfrm>
            <a:off x="3352800" y="6324600"/>
            <a:ext cx="2895600" cy="457200"/>
          </a:xfrm>
          <a:prstGeom prst="rect">
            <a:avLst/>
          </a:prstGeom>
        </p:spPr>
        <p:txBody>
          <a:bodyPr/>
          <a:lstStyle/>
          <a:p>
            <a:pPr>
              <a:defRPr/>
            </a:pPr>
            <a:endParaRPr lang="en-US" altLang="zh-CN"/>
          </a:p>
        </p:txBody>
      </p:sp>
      <p:sp>
        <p:nvSpPr>
          <p:cNvPr id="9" name="灯片编号占位符 8">
            <a:extLst>
              <a:ext uri="{FF2B5EF4-FFF2-40B4-BE49-F238E27FC236}">
                <a16:creationId xmlns="" xmlns:a16="http://schemas.microsoft.com/office/drawing/2014/main" id="{EC4B4EC5-8D14-B9F8-3A0E-6B6E3FB2CF26}"/>
              </a:ext>
            </a:extLst>
          </p:cNvPr>
          <p:cNvSpPr>
            <a:spLocks noGrp="1"/>
          </p:cNvSpPr>
          <p:nvPr>
            <p:ph type="sldNum" sz="quarter" idx="12"/>
          </p:nvPr>
        </p:nvSpPr>
        <p:spPr/>
        <p:txBody>
          <a:bodyPr/>
          <a:lstStyle/>
          <a:p>
            <a:fld id="{6F73D78D-38BD-D44D-8D86-2D2DB0BEC18B}" type="slidenum">
              <a:rPr lang="zh-CN" altLang="en-US" smtClean="0"/>
              <a:pPr/>
              <a:t>‹#›</a:t>
            </a:fld>
            <a:endParaRPr lang="zh-CN" altLang="en-US" dirty="0"/>
          </a:p>
        </p:txBody>
      </p:sp>
    </p:spTree>
    <p:extLst>
      <p:ext uri="{BB962C8B-B14F-4D97-AF65-F5344CB8AC3E}">
        <p14:creationId xmlns:p14="http://schemas.microsoft.com/office/powerpoint/2010/main" val="43693493"/>
      </p:ext>
    </p:extLst>
  </p:cSld>
  <p:clrMapOvr>
    <a:masterClrMapping/>
  </p:clrMapOvr>
  <p:transition spd="med">
    <p:zoom/>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smtClean="0"/>
              <a:t>单击此处编辑母版标题样式</a:t>
            </a:r>
            <a:endParaRPr lang="zh-CN" altLang="en-US" noProof="1"/>
          </a:p>
        </p:txBody>
      </p:sp>
      <p:sp>
        <p:nvSpPr>
          <p:cNvPr id="3" name="内容占位符 2"/>
          <p:cNvSpPr>
            <a:spLocks noGrp="1"/>
          </p:cNvSpPr>
          <p:nvPr>
            <p:ph sz="half" idx="1"/>
          </p:nvPr>
        </p:nvSpPr>
        <p:spPr>
          <a:xfrm>
            <a:off x="935038" y="1233488"/>
            <a:ext cx="3810000" cy="4895850"/>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zh-CN" altLang="en-US" noProof="1" smtClean="0"/>
              <a:t>单击此处编辑母版文本样式</a:t>
            </a:r>
          </a:p>
          <a:p>
            <a:pPr lvl="1"/>
            <a:r>
              <a:rPr lang="zh-CN" altLang="en-US" noProof="1" smtClean="0"/>
              <a:t>第二级</a:t>
            </a:r>
          </a:p>
          <a:p>
            <a:pPr lvl="2"/>
            <a:r>
              <a:rPr lang="zh-CN" altLang="en-US" noProof="1" smtClean="0"/>
              <a:t>第三级</a:t>
            </a:r>
          </a:p>
          <a:p>
            <a:pPr lvl="3"/>
            <a:r>
              <a:rPr lang="zh-CN" altLang="en-US" noProof="1" smtClean="0"/>
              <a:t>第四级</a:t>
            </a:r>
          </a:p>
          <a:p>
            <a:pPr lvl="4"/>
            <a:r>
              <a:rPr lang="zh-CN" altLang="en-US" noProof="1" smtClean="0"/>
              <a:t>第五级</a:t>
            </a:r>
            <a:endParaRPr lang="zh-CN" altLang="en-US" noProof="1"/>
          </a:p>
        </p:txBody>
      </p:sp>
      <p:sp>
        <p:nvSpPr>
          <p:cNvPr id="4" name="内容占位符 3"/>
          <p:cNvSpPr>
            <a:spLocks noGrp="1"/>
          </p:cNvSpPr>
          <p:nvPr>
            <p:ph sz="half" idx="2"/>
          </p:nvPr>
        </p:nvSpPr>
        <p:spPr>
          <a:xfrm>
            <a:off x="4897438" y="1233488"/>
            <a:ext cx="3810000" cy="4895850"/>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zh-CN" altLang="en-US" noProof="1" smtClean="0"/>
              <a:t>单击此处编辑母版文本样式</a:t>
            </a:r>
          </a:p>
          <a:p>
            <a:pPr lvl="1"/>
            <a:r>
              <a:rPr lang="zh-CN" altLang="en-US" noProof="1" smtClean="0"/>
              <a:t>第二级</a:t>
            </a:r>
          </a:p>
          <a:p>
            <a:pPr lvl="2"/>
            <a:r>
              <a:rPr lang="zh-CN" altLang="en-US" noProof="1" smtClean="0"/>
              <a:t>第三级</a:t>
            </a:r>
          </a:p>
          <a:p>
            <a:pPr lvl="3"/>
            <a:r>
              <a:rPr lang="zh-CN" altLang="en-US" noProof="1" smtClean="0"/>
              <a:t>第四级</a:t>
            </a:r>
          </a:p>
          <a:p>
            <a:pPr lvl="4"/>
            <a:r>
              <a:rPr lang="zh-CN" altLang="en-US" noProof="1" smtClean="0"/>
              <a:t>第五级</a:t>
            </a:r>
            <a:endParaRPr lang="zh-CN" altLang="en-US" noProof="1"/>
          </a:p>
        </p:txBody>
      </p:sp>
      <p:sp>
        <p:nvSpPr>
          <p:cNvPr id="5" name="Rectangle 11">
            <a:extLst>
              <a:ext uri="{FF2B5EF4-FFF2-40B4-BE49-F238E27FC236}">
                <a16:creationId xmlns="" xmlns:a16="http://schemas.microsoft.com/office/drawing/2014/main" id="{577088FB-A6B7-73F5-7F94-4748D69CAC80}"/>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12">
            <a:extLst>
              <a:ext uri="{FF2B5EF4-FFF2-40B4-BE49-F238E27FC236}">
                <a16:creationId xmlns="" xmlns:a16="http://schemas.microsoft.com/office/drawing/2014/main" id="{8B037231-D77C-7620-5048-020218A5671E}"/>
              </a:ext>
            </a:extLst>
          </p:cNvPr>
          <p:cNvSpPr>
            <a:spLocks noGrp="1" noChangeArrowheads="1"/>
          </p:cNvSpPr>
          <p:nvPr>
            <p:ph type="ftr" sz="quarter" idx="11"/>
          </p:nvPr>
        </p:nvSpPr>
        <p:spPr>
          <a:xfrm>
            <a:off x="3352800" y="6324600"/>
            <a:ext cx="2895600" cy="457200"/>
          </a:xfrm>
          <a:prstGeom prst="rect">
            <a:avLst/>
          </a:prstGeom>
          <a:ln/>
        </p:spPr>
        <p:txBody>
          <a:bodyPr/>
          <a:lstStyle>
            <a:lvl1pPr>
              <a:defRPr/>
            </a:lvl1pPr>
          </a:lstStyle>
          <a:p>
            <a:pPr>
              <a:defRPr/>
            </a:pPr>
            <a:endParaRPr lang="en-US" altLang="zh-CN"/>
          </a:p>
        </p:txBody>
      </p:sp>
      <p:sp>
        <p:nvSpPr>
          <p:cNvPr id="7" name="Rectangle 13">
            <a:extLst>
              <a:ext uri="{FF2B5EF4-FFF2-40B4-BE49-F238E27FC236}">
                <a16:creationId xmlns="" xmlns:a16="http://schemas.microsoft.com/office/drawing/2014/main" id="{1616081F-299F-D60B-0ECC-280BE114E5F3}"/>
              </a:ext>
            </a:extLst>
          </p:cNvPr>
          <p:cNvSpPr>
            <a:spLocks noGrp="1" noChangeArrowheads="1"/>
          </p:cNvSpPr>
          <p:nvPr>
            <p:ph type="sldNum" sz="quarter" idx="12"/>
          </p:nvPr>
        </p:nvSpPr>
        <p:spPr>
          <a:ln/>
        </p:spPr>
        <p:txBody>
          <a:bodyPr/>
          <a:lstStyle>
            <a:lvl1pPr>
              <a:defRPr/>
            </a:lvl1pPr>
          </a:lstStyle>
          <a:p>
            <a:fld id="{78968A19-278A-0A41-BBE8-65E5D3125EB9}" type="slidenum">
              <a:rPr lang="zh-CN" altLang="en-US"/>
              <a:pPr/>
              <a:t>‹#›</a:t>
            </a:fld>
            <a:endParaRPr lang="zh-CN" altLang="en-US"/>
          </a:p>
        </p:txBody>
      </p:sp>
    </p:spTree>
    <p:extLst>
      <p:ext uri="{BB962C8B-B14F-4D97-AF65-F5344CB8AC3E}">
        <p14:creationId xmlns:p14="http://schemas.microsoft.com/office/powerpoint/2010/main" val="3539847077"/>
      </p:ext>
    </p:extLst>
  </p:cSld>
  <p:clrMapOvr>
    <a:masterClrMapping/>
  </p:clrMapOvr>
  <p:transition spd="med">
    <p:zoom/>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noProof="1" smtClean="0"/>
              <a:t>单击此处编辑母版标题样式</a:t>
            </a:r>
            <a:endParaRPr lang="zh-CN" altLang="en-US" noProof="1"/>
          </a:p>
        </p:txBody>
      </p:sp>
      <p:sp>
        <p:nvSpPr>
          <p:cNvPr id="3" name="文本占位符 2"/>
          <p:cNvSpPr>
            <a:spLocks noGrp="1"/>
          </p:cNvSpPr>
          <p:nvPr>
            <p:ph type="body" idx="1"/>
          </p:nvPr>
        </p:nvSpPr>
        <p:spPr>
          <a:xfrm>
            <a:off x="457200" y="1535113"/>
            <a:ext cx="4040188" cy="639762"/>
          </a:xfrm>
        </p:spPr>
        <p:txBody>
          <a:bodyPr anchor="b"/>
          <a:lstStyle>
            <a:lvl1pPr marL="0" indent="0">
              <a:buNone/>
              <a:defRPr sz="1800" b="1"/>
            </a:lvl1pPr>
            <a:lvl2pPr marL="342884" indent="0">
              <a:buNone/>
              <a:defRPr sz="1500" b="1"/>
            </a:lvl2pPr>
            <a:lvl3pPr marL="685766" indent="0">
              <a:buNone/>
              <a:defRPr sz="1350" b="1"/>
            </a:lvl3pPr>
            <a:lvl4pPr marL="1028649" indent="0">
              <a:buNone/>
              <a:defRPr sz="1200" b="1"/>
            </a:lvl4pPr>
            <a:lvl5pPr marL="1371532" indent="0">
              <a:buNone/>
              <a:defRPr sz="1200" b="1"/>
            </a:lvl5pPr>
            <a:lvl6pPr marL="1714415" indent="0">
              <a:buNone/>
              <a:defRPr sz="1200" b="1"/>
            </a:lvl6pPr>
            <a:lvl7pPr marL="2057297" indent="0">
              <a:buNone/>
              <a:defRPr sz="1200" b="1"/>
            </a:lvl7pPr>
            <a:lvl8pPr marL="2400180" indent="0">
              <a:buNone/>
              <a:defRPr sz="1200" b="1"/>
            </a:lvl8pPr>
            <a:lvl9pPr marL="2743064" indent="0">
              <a:buNone/>
              <a:defRPr sz="1200" b="1"/>
            </a:lvl9pPr>
          </a:lstStyle>
          <a:p>
            <a:pPr lvl="0"/>
            <a:r>
              <a:rPr lang="zh-CN" altLang="en-US" noProof="1" smtClean="0"/>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zh-CN" altLang="en-US" noProof="1" smtClean="0"/>
              <a:t>单击此处编辑母版文本样式</a:t>
            </a:r>
          </a:p>
          <a:p>
            <a:pPr lvl="1"/>
            <a:r>
              <a:rPr lang="zh-CN" altLang="en-US" noProof="1" smtClean="0"/>
              <a:t>第二级</a:t>
            </a:r>
          </a:p>
          <a:p>
            <a:pPr lvl="2"/>
            <a:r>
              <a:rPr lang="zh-CN" altLang="en-US" noProof="1" smtClean="0"/>
              <a:t>第三级</a:t>
            </a:r>
          </a:p>
          <a:p>
            <a:pPr lvl="3"/>
            <a:r>
              <a:rPr lang="zh-CN" altLang="en-US" noProof="1" smtClean="0"/>
              <a:t>第四级</a:t>
            </a:r>
          </a:p>
          <a:p>
            <a:pPr lvl="4"/>
            <a:r>
              <a:rPr lang="zh-CN" altLang="en-US" noProof="1" smtClean="0"/>
              <a:t>第五级</a:t>
            </a:r>
            <a:endParaRPr lang="zh-CN" altLang="en-US" noProof="1"/>
          </a:p>
        </p:txBody>
      </p:sp>
      <p:sp>
        <p:nvSpPr>
          <p:cNvPr id="5" name="文本占位符 4"/>
          <p:cNvSpPr>
            <a:spLocks noGrp="1"/>
          </p:cNvSpPr>
          <p:nvPr>
            <p:ph type="body" sz="quarter" idx="3"/>
          </p:nvPr>
        </p:nvSpPr>
        <p:spPr>
          <a:xfrm>
            <a:off x="4645028" y="1535113"/>
            <a:ext cx="4041775" cy="639762"/>
          </a:xfrm>
        </p:spPr>
        <p:txBody>
          <a:bodyPr anchor="b"/>
          <a:lstStyle>
            <a:lvl1pPr marL="0" indent="0">
              <a:buNone/>
              <a:defRPr sz="1800" b="1"/>
            </a:lvl1pPr>
            <a:lvl2pPr marL="342884" indent="0">
              <a:buNone/>
              <a:defRPr sz="1500" b="1"/>
            </a:lvl2pPr>
            <a:lvl3pPr marL="685766" indent="0">
              <a:buNone/>
              <a:defRPr sz="1350" b="1"/>
            </a:lvl3pPr>
            <a:lvl4pPr marL="1028649" indent="0">
              <a:buNone/>
              <a:defRPr sz="1200" b="1"/>
            </a:lvl4pPr>
            <a:lvl5pPr marL="1371532" indent="0">
              <a:buNone/>
              <a:defRPr sz="1200" b="1"/>
            </a:lvl5pPr>
            <a:lvl6pPr marL="1714415" indent="0">
              <a:buNone/>
              <a:defRPr sz="1200" b="1"/>
            </a:lvl6pPr>
            <a:lvl7pPr marL="2057297" indent="0">
              <a:buNone/>
              <a:defRPr sz="1200" b="1"/>
            </a:lvl7pPr>
            <a:lvl8pPr marL="2400180" indent="0">
              <a:buNone/>
              <a:defRPr sz="1200" b="1"/>
            </a:lvl8pPr>
            <a:lvl9pPr marL="2743064" indent="0">
              <a:buNone/>
              <a:defRPr sz="1200" b="1"/>
            </a:lvl9pPr>
          </a:lstStyle>
          <a:p>
            <a:pPr lvl="0"/>
            <a:r>
              <a:rPr lang="zh-CN" altLang="en-US" noProof="1" smtClean="0"/>
              <a:t>单击此处编辑母版文本样式</a:t>
            </a:r>
          </a:p>
        </p:txBody>
      </p:sp>
      <p:sp>
        <p:nvSpPr>
          <p:cNvPr id="6" name="内容占位符 5"/>
          <p:cNvSpPr>
            <a:spLocks noGrp="1"/>
          </p:cNvSpPr>
          <p:nvPr>
            <p:ph sz="quarter" idx="4"/>
          </p:nvPr>
        </p:nvSpPr>
        <p:spPr>
          <a:xfrm>
            <a:off x="4645028" y="2174875"/>
            <a:ext cx="4041775"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zh-CN" altLang="en-US" noProof="1" smtClean="0"/>
              <a:t>单击此处编辑母版文本样式</a:t>
            </a:r>
          </a:p>
          <a:p>
            <a:pPr lvl="1"/>
            <a:r>
              <a:rPr lang="zh-CN" altLang="en-US" noProof="1" smtClean="0"/>
              <a:t>第二级</a:t>
            </a:r>
          </a:p>
          <a:p>
            <a:pPr lvl="2"/>
            <a:r>
              <a:rPr lang="zh-CN" altLang="en-US" noProof="1" smtClean="0"/>
              <a:t>第三级</a:t>
            </a:r>
          </a:p>
          <a:p>
            <a:pPr lvl="3"/>
            <a:r>
              <a:rPr lang="zh-CN" altLang="en-US" noProof="1" smtClean="0"/>
              <a:t>第四级</a:t>
            </a:r>
          </a:p>
          <a:p>
            <a:pPr lvl="4"/>
            <a:r>
              <a:rPr lang="zh-CN" altLang="en-US" noProof="1" smtClean="0"/>
              <a:t>第五级</a:t>
            </a:r>
            <a:endParaRPr lang="zh-CN" altLang="en-US" noProof="1"/>
          </a:p>
        </p:txBody>
      </p:sp>
      <p:sp>
        <p:nvSpPr>
          <p:cNvPr id="7" name="Rectangle 11">
            <a:extLst>
              <a:ext uri="{FF2B5EF4-FFF2-40B4-BE49-F238E27FC236}">
                <a16:creationId xmlns="" xmlns:a16="http://schemas.microsoft.com/office/drawing/2014/main" id="{68794170-3BE8-63A8-84A0-433E04CC412B}"/>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8" name="Rectangle 12">
            <a:extLst>
              <a:ext uri="{FF2B5EF4-FFF2-40B4-BE49-F238E27FC236}">
                <a16:creationId xmlns="" xmlns:a16="http://schemas.microsoft.com/office/drawing/2014/main" id="{4EE836C1-36AB-35B2-63E3-C5C32DFB7DE3}"/>
              </a:ext>
            </a:extLst>
          </p:cNvPr>
          <p:cNvSpPr>
            <a:spLocks noGrp="1" noChangeArrowheads="1"/>
          </p:cNvSpPr>
          <p:nvPr>
            <p:ph type="ftr" sz="quarter" idx="11"/>
          </p:nvPr>
        </p:nvSpPr>
        <p:spPr>
          <a:xfrm>
            <a:off x="3352800" y="6324600"/>
            <a:ext cx="2895600" cy="457200"/>
          </a:xfrm>
          <a:prstGeom prst="rect">
            <a:avLst/>
          </a:prstGeom>
          <a:ln/>
        </p:spPr>
        <p:txBody>
          <a:bodyPr/>
          <a:lstStyle>
            <a:lvl1pPr>
              <a:defRPr/>
            </a:lvl1pPr>
          </a:lstStyle>
          <a:p>
            <a:pPr>
              <a:defRPr/>
            </a:pPr>
            <a:endParaRPr lang="en-US" altLang="zh-CN"/>
          </a:p>
        </p:txBody>
      </p:sp>
      <p:sp>
        <p:nvSpPr>
          <p:cNvPr id="9" name="Rectangle 13">
            <a:extLst>
              <a:ext uri="{FF2B5EF4-FFF2-40B4-BE49-F238E27FC236}">
                <a16:creationId xmlns="" xmlns:a16="http://schemas.microsoft.com/office/drawing/2014/main" id="{A14EBA2A-C5A1-FF69-4383-F487A84086FC}"/>
              </a:ext>
            </a:extLst>
          </p:cNvPr>
          <p:cNvSpPr>
            <a:spLocks noGrp="1" noChangeArrowheads="1"/>
          </p:cNvSpPr>
          <p:nvPr>
            <p:ph type="sldNum" sz="quarter" idx="12"/>
          </p:nvPr>
        </p:nvSpPr>
        <p:spPr>
          <a:ln/>
        </p:spPr>
        <p:txBody>
          <a:bodyPr/>
          <a:lstStyle>
            <a:lvl1pPr>
              <a:defRPr/>
            </a:lvl1pPr>
          </a:lstStyle>
          <a:p>
            <a:fld id="{A45D52E0-A696-0244-8333-2084DA18EEE0}" type="slidenum">
              <a:rPr lang="zh-CN" altLang="en-US"/>
              <a:pPr/>
              <a:t>‹#›</a:t>
            </a:fld>
            <a:endParaRPr lang="zh-CN" altLang="en-US"/>
          </a:p>
        </p:txBody>
      </p:sp>
    </p:spTree>
    <p:extLst>
      <p:ext uri="{BB962C8B-B14F-4D97-AF65-F5344CB8AC3E}">
        <p14:creationId xmlns:p14="http://schemas.microsoft.com/office/powerpoint/2010/main" val="2963665912"/>
      </p:ext>
    </p:extLst>
  </p:cSld>
  <p:clrMapOvr>
    <a:masterClrMapping/>
  </p:clrMapOvr>
  <p:transition spd="med">
    <p:zoom/>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smtClean="0"/>
              <a:t>单击此处编辑母版标题样式</a:t>
            </a:r>
            <a:endParaRPr lang="zh-CN" altLang="en-US" noProof="1"/>
          </a:p>
        </p:txBody>
      </p:sp>
      <p:sp>
        <p:nvSpPr>
          <p:cNvPr id="3" name="Rectangle 11">
            <a:extLst>
              <a:ext uri="{FF2B5EF4-FFF2-40B4-BE49-F238E27FC236}">
                <a16:creationId xmlns="" xmlns:a16="http://schemas.microsoft.com/office/drawing/2014/main" id="{90622892-0589-9624-9441-6D3D8D420ACA}"/>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4" name="Rectangle 12">
            <a:extLst>
              <a:ext uri="{FF2B5EF4-FFF2-40B4-BE49-F238E27FC236}">
                <a16:creationId xmlns="" xmlns:a16="http://schemas.microsoft.com/office/drawing/2014/main" id="{DE3302D8-0022-5549-6AF3-C9DF37FD08A8}"/>
              </a:ext>
            </a:extLst>
          </p:cNvPr>
          <p:cNvSpPr>
            <a:spLocks noGrp="1" noChangeArrowheads="1"/>
          </p:cNvSpPr>
          <p:nvPr>
            <p:ph type="ftr" sz="quarter" idx="11"/>
          </p:nvPr>
        </p:nvSpPr>
        <p:spPr>
          <a:xfrm>
            <a:off x="3352800" y="6324600"/>
            <a:ext cx="2895600" cy="457200"/>
          </a:xfrm>
          <a:prstGeom prst="rect">
            <a:avLst/>
          </a:prstGeom>
          <a:ln/>
        </p:spPr>
        <p:txBody>
          <a:bodyPr/>
          <a:lstStyle>
            <a:lvl1pPr>
              <a:defRPr/>
            </a:lvl1pPr>
          </a:lstStyle>
          <a:p>
            <a:pPr>
              <a:defRPr/>
            </a:pPr>
            <a:endParaRPr lang="en-US" altLang="zh-CN"/>
          </a:p>
        </p:txBody>
      </p:sp>
      <p:sp>
        <p:nvSpPr>
          <p:cNvPr id="5" name="Rectangle 13">
            <a:extLst>
              <a:ext uri="{FF2B5EF4-FFF2-40B4-BE49-F238E27FC236}">
                <a16:creationId xmlns="" xmlns:a16="http://schemas.microsoft.com/office/drawing/2014/main" id="{5BAF381E-A9DD-B4FB-A99D-D6A7443039BB}"/>
              </a:ext>
            </a:extLst>
          </p:cNvPr>
          <p:cNvSpPr>
            <a:spLocks noGrp="1" noChangeArrowheads="1"/>
          </p:cNvSpPr>
          <p:nvPr>
            <p:ph type="sldNum" sz="quarter" idx="12"/>
          </p:nvPr>
        </p:nvSpPr>
        <p:spPr>
          <a:ln/>
        </p:spPr>
        <p:txBody>
          <a:bodyPr/>
          <a:lstStyle>
            <a:lvl1pPr>
              <a:defRPr/>
            </a:lvl1pPr>
          </a:lstStyle>
          <a:p>
            <a:fld id="{4DE15609-3D60-D842-9ED4-D898F320B191}" type="slidenum">
              <a:rPr lang="zh-CN" altLang="en-US"/>
              <a:pPr/>
              <a:t>‹#›</a:t>
            </a:fld>
            <a:endParaRPr lang="zh-CN" altLang="en-US"/>
          </a:p>
        </p:txBody>
      </p:sp>
    </p:spTree>
    <p:extLst>
      <p:ext uri="{BB962C8B-B14F-4D97-AF65-F5344CB8AC3E}">
        <p14:creationId xmlns:p14="http://schemas.microsoft.com/office/powerpoint/2010/main" val="3752375608"/>
      </p:ext>
    </p:extLst>
  </p:cSld>
  <p:clrMapOvr>
    <a:masterClrMapping/>
  </p:clrMapOvr>
  <p:transition spd="med">
    <p:zoom/>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11">
            <a:extLst>
              <a:ext uri="{FF2B5EF4-FFF2-40B4-BE49-F238E27FC236}">
                <a16:creationId xmlns="" xmlns:a16="http://schemas.microsoft.com/office/drawing/2014/main" id="{31F610FA-62F8-3A69-9BB8-68EAD4093A77}"/>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3" name="Rectangle 12">
            <a:extLst>
              <a:ext uri="{FF2B5EF4-FFF2-40B4-BE49-F238E27FC236}">
                <a16:creationId xmlns="" xmlns:a16="http://schemas.microsoft.com/office/drawing/2014/main" id="{030F8BB0-0FEC-EDAC-A497-49A707FDB0DF}"/>
              </a:ext>
            </a:extLst>
          </p:cNvPr>
          <p:cNvSpPr>
            <a:spLocks noGrp="1" noChangeArrowheads="1"/>
          </p:cNvSpPr>
          <p:nvPr>
            <p:ph type="ftr" sz="quarter" idx="11"/>
          </p:nvPr>
        </p:nvSpPr>
        <p:spPr>
          <a:xfrm>
            <a:off x="3352800" y="6324600"/>
            <a:ext cx="2895600" cy="457200"/>
          </a:xfrm>
          <a:prstGeom prst="rect">
            <a:avLst/>
          </a:prstGeom>
          <a:ln/>
        </p:spPr>
        <p:txBody>
          <a:bodyPr/>
          <a:lstStyle>
            <a:lvl1pPr>
              <a:defRPr/>
            </a:lvl1pPr>
          </a:lstStyle>
          <a:p>
            <a:pPr>
              <a:defRPr/>
            </a:pPr>
            <a:endParaRPr lang="en-US" altLang="zh-CN"/>
          </a:p>
        </p:txBody>
      </p:sp>
      <p:sp>
        <p:nvSpPr>
          <p:cNvPr id="4" name="Rectangle 13">
            <a:extLst>
              <a:ext uri="{FF2B5EF4-FFF2-40B4-BE49-F238E27FC236}">
                <a16:creationId xmlns="" xmlns:a16="http://schemas.microsoft.com/office/drawing/2014/main" id="{1004B668-435E-6B54-9B71-30E6E86C672E}"/>
              </a:ext>
            </a:extLst>
          </p:cNvPr>
          <p:cNvSpPr>
            <a:spLocks noGrp="1" noChangeArrowheads="1"/>
          </p:cNvSpPr>
          <p:nvPr>
            <p:ph type="sldNum" sz="quarter" idx="12"/>
          </p:nvPr>
        </p:nvSpPr>
        <p:spPr>
          <a:ln/>
        </p:spPr>
        <p:txBody>
          <a:bodyPr/>
          <a:lstStyle>
            <a:lvl1pPr>
              <a:defRPr/>
            </a:lvl1pPr>
          </a:lstStyle>
          <a:p>
            <a:fld id="{8C438AA8-90D7-9745-B439-F7E019CC101C}" type="slidenum">
              <a:rPr lang="zh-CN" altLang="en-US"/>
              <a:pPr/>
              <a:t>‹#›</a:t>
            </a:fld>
            <a:endParaRPr lang="zh-CN" altLang="en-US"/>
          </a:p>
        </p:txBody>
      </p:sp>
    </p:spTree>
    <p:extLst>
      <p:ext uri="{BB962C8B-B14F-4D97-AF65-F5344CB8AC3E}">
        <p14:creationId xmlns:p14="http://schemas.microsoft.com/office/powerpoint/2010/main" val="675615399"/>
      </p:ext>
    </p:extLst>
  </p:cSld>
  <p:clrMapOvr>
    <a:masterClrMapping/>
  </p:clrMapOvr>
  <p:transition spd="med">
    <p:zoom/>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2" y="273050"/>
            <a:ext cx="3008313" cy="1162050"/>
          </a:xfrm>
        </p:spPr>
        <p:txBody>
          <a:bodyPr/>
          <a:lstStyle>
            <a:lvl1pPr algn="l">
              <a:defRPr sz="1500" b="1"/>
            </a:lvl1pPr>
          </a:lstStyle>
          <a:p>
            <a:r>
              <a:rPr lang="zh-CN" altLang="en-US" noProof="1" smtClean="0"/>
              <a:t>单击此处编辑母版标题样式</a:t>
            </a:r>
            <a:endParaRPr lang="zh-CN" altLang="en-US" noProof="1"/>
          </a:p>
        </p:txBody>
      </p:sp>
      <p:sp>
        <p:nvSpPr>
          <p:cNvPr id="3" name="内容占位符 2"/>
          <p:cNvSpPr>
            <a:spLocks noGrp="1"/>
          </p:cNvSpPr>
          <p:nvPr>
            <p:ph idx="1"/>
          </p:nvPr>
        </p:nvSpPr>
        <p:spPr>
          <a:xfrm>
            <a:off x="3575050" y="273056"/>
            <a:ext cx="5111750" cy="5853113"/>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zh-CN" altLang="en-US" noProof="1" smtClean="0"/>
              <a:t>单击此处编辑母版文本样式</a:t>
            </a:r>
          </a:p>
          <a:p>
            <a:pPr lvl="1"/>
            <a:r>
              <a:rPr lang="zh-CN" altLang="en-US" noProof="1" smtClean="0"/>
              <a:t>第二级</a:t>
            </a:r>
          </a:p>
          <a:p>
            <a:pPr lvl="2"/>
            <a:r>
              <a:rPr lang="zh-CN" altLang="en-US" noProof="1" smtClean="0"/>
              <a:t>第三级</a:t>
            </a:r>
          </a:p>
          <a:p>
            <a:pPr lvl="3"/>
            <a:r>
              <a:rPr lang="zh-CN" altLang="en-US" noProof="1" smtClean="0"/>
              <a:t>第四级</a:t>
            </a:r>
          </a:p>
          <a:p>
            <a:pPr lvl="4"/>
            <a:r>
              <a:rPr lang="zh-CN" altLang="en-US" noProof="1" smtClean="0"/>
              <a:t>第五级</a:t>
            </a:r>
            <a:endParaRPr lang="zh-CN" altLang="en-US" noProof="1"/>
          </a:p>
        </p:txBody>
      </p:sp>
      <p:sp>
        <p:nvSpPr>
          <p:cNvPr id="4" name="文本占位符 3"/>
          <p:cNvSpPr>
            <a:spLocks noGrp="1"/>
          </p:cNvSpPr>
          <p:nvPr>
            <p:ph type="body" sz="half" idx="2"/>
          </p:nvPr>
        </p:nvSpPr>
        <p:spPr>
          <a:xfrm>
            <a:off x="457202" y="1435103"/>
            <a:ext cx="3008313" cy="4691063"/>
          </a:xfrm>
        </p:spPr>
        <p:txBody>
          <a:bodyPr/>
          <a:lstStyle>
            <a:lvl1pPr marL="0" indent="0">
              <a:buNone/>
              <a:defRPr sz="1050"/>
            </a:lvl1pPr>
            <a:lvl2pPr marL="342884" indent="0">
              <a:buNone/>
              <a:defRPr sz="900"/>
            </a:lvl2pPr>
            <a:lvl3pPr marL="685766" indent="0">
              <a:buNone/>
              <a:defRPr sz="750"/>
            </a:lvl3pPr>
            <a:lvl4pPr marL="1028649" indent="0">
              <a:buNone/>
              <a:defRPr sz="675"/>
            </a:lvl4pPr>
            <a:lvl5pPr marL="1371532" indent="0">
              <a:buNone/>
              <a:defRPr sz="675"/>
            </a:lvl5pPr>
            <a:lvl6pPr marL="1714415" indent="0">
              <a:buNone/>
              <a:defRPr sz="675"/>
            </a:lvl6pPr>
            <a:lvl7pPr marL="2057297" indent="0">
              <a:buNone/>
              <a:defRPr sz="675"/>
            </a:lvl7pPr>
            <a:lvl8pPr marL="2400180" indent="0">
              <a:buNone/>
              <a:defRPr sz="675"/>
            </a:lvl8pPr>
            <a:lvl9pPr marL="2743064" indent="0">
              <a:buNone/>
              <a:defRPr sz="675"/>
            </a:lvl9pPr>
          </a:lstStyle>
          <a:p>
            <a:pPr lvl="0"/>
            <a:r>
              <a:rPr lang="zh-CN" altLang="en-US" noProof="1" smtClean="0"/>
              <a:t>单击此处编辑母版文本样式</a:t>
            </a:r>
          </a:p>
        </p:txBody>
      </p:sp>
      <p:sp>
        <p:nvSpPr>
          <p:cNvPr id="5" name="Rectangle 11">
            <a:extLst>
              <a:ext uri="{FF2B5EF4-FFF2-40B4-BE49-F238E27FC236}">
                <a16:creationId xmlns="" xmlns:a16="http://schemas.microsoft.com/office/drawing/2014/main" id="{077BF47D-FB2C-CA75-3290-9D390F1A1B8D}"/>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12">
            <a:extLst>
              <a:ext uri="{FF2B5EF4-FFF2-40B4-BE49-F238E27FC236}">
                <a16:creationId xmlns="" xmlns:a16="http://schemas.microsoft.com/office/drawing/2014/main" id="{FCEDDD16-8334-8815-AE79-D96BE28013B5}"/>
              </a:ext>
            </a:extLst>
          </p:cNvPr>
          <p:cNvSpPr>
            <a:spLocks noGrp="1" noChangeArrowheads="1"/>
          </p:cNvSpPr>
          <p:nvPr>
            <p:ph type="ftr" sz="quarter" idx="11"/>
          </p:nvPr>
        </p:nvSpPr>
        <p:spPr>
          <a:xfrm>
            <a:off x="3352800" y="6324600"/>
            <a:ext cx="2895600" cy="457200"/>
          </a:xfrm>
          <a:prstGeom prst="rect">
            <a:avLst/>
          </a:prstGeom>
          <a:ln/>
        </p:spPr>
        <p:txBody>
          <a:bodyPr/>
          <a:lstStyle>
            <a:lvl1pPr>
              <a:defRPr/>
            </a:lvl1pPr>
          </a:lstStyle>
          <a:p>
            <a:pPr>
              <a:defRPr/>
            </a:pPr>
            <a:endParaRPr lang="en-US" altLang="zh-CN"/>
          </a:p>
        </p:txBody>
      </p:sp>
      <p:sp>
        <p:nvSpPr>
          <p:cNvPr id="7" name="Rectangle 13">
            <a:extLst>
              <a:ext uri="{FF2B5EF4-FFF2-40B4-BE49-F238E27FC236}">
                <a16:creationId xmlns="" xmlns:a16="http://schemas.microsoft.com/office/drawing/2014/main" id="{EF672E88-31B4-2E74-6924-50EA7B00DFE2}"/>
              </a:ext>
            </a:extLst>
          </p:cNvPr>
          <p:cNvSpPr>
            <a:spLocks noGrp="1" noChangeArrowheads="1"/>
          </p:cNvSpPr>
          <p:nvPr>
            <p:ph type="sldNum" sz="quarter" idx="12"/>
          </p:nvPr>
        </p:nvSpPr>
        <p:spPr>
          <a:ln/>
        </p:spPr>
        <p:txBody>
          <a:bodyPr/>
          <a:lstStyle>
            <a:lvl1pPr>
              <a:defRPr/>
            </a:lvl1pPr>
          </a:lstStyle>
          <a:p>
            <a:fld id="{D70B590F-D627-7E4E-9EE8-F0575448761B}" type="slidenum">
              <a:rPr lang="zh-CN" altLang="en-US"/>
              <a:pPr/>
              <a:t>‹#›</a:t>
            </a:fld>
            <a:endParaRPr lang="zh-CN" altLang="en-US"/>
          </a:p>
        </p:txBody>
      </p:sp>
    </p:spTree>
    <p:extLst>
      <p:ext uri="{BB962C8B-B14F-4D97-AF65-F5344CB8AC3E}">
        <p14:creationId xmlns:p14="http://schemas.microsoft.com/office/powerpoint/2010/main" val="2246611658"/>
      </p:ext>
    </p:extLst>
  </p:cSld>
  <p:clrMapOvr>
    <a:masterClrMapping/>
  </p:clrMapOvr>
  <p:transition spd="med">
    <p:zoom/>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lstStyle>
            <a:lvl1pPr algn="l">
              <a:defRPr sz="1500" b="1"/>
            </a:lvl1pPr>
          </a:lstStyle>
          <a:p>
            <a:r>
              <a:rPr lang="zh-CN" altLang="en-US" noProof="1" smtClean="0"/>
              <a:t>单击此处编辑母版标题样式</a:t>
            </a:r>
            <a:endParaRPr lang="zh-CN" altLang="en-US" noProof="1"/>
          </a:p>
        </p:txBody>
      </p:sp>
      <p:sp>
        <p:nvSpPr>
          <p:cNvPr id="3" name="图片占位符 2"/>
          <p:cNvSpPr>
            <a:spLocks noGrp="1"/>
          </p:cNvSpPr>
          <p:nvPr>
            <p:ph type="pic" idx="1"/>
          </p:nvPr>
        </p:nvSpPr>
        <p:spPr>
          <a:xfrm>
            <a:off x="1792288" y="612775"/>
            <a:ext cx="5486400" cy="4114800"/>
          </a:xfrm>
        </p:spPr>
        <p:txBody>
          <a:bodyPr/>
          <a:lstStyle>
            <a:lvl1pPr marL="0" indent="0">
              <a:buNone/>
              <a:defRPr sz="2400"/>
            </a:lvl1pPr>
            <a:lvl2pPr marL="342884" indent="0">
              <a:buNone/>
              <a:defRPr sz="2100"/>
            </a:lvl2pPr>
            <a:lvl3pPr marL="685766" indent="0">
              <a:buNone/>
              <a:defRPr sz="1800"/>
            </a:lvl3pPr>
            <a:lvl4pPr marL="1028649" indent="0">
              <a:buNone/>
              <a:defRPr sz="1500"/>
            </a:lvl4pPr>
            <a:lvl5pPr marL="1371532" indent="0">
              <a:buNone/>
              <a:defRPr sz="1500"/>
            </a:lvl5pPr>
            <a:lvl6pPr marL="1714415" indent="0">
              <a:buNone/>
              <a:defRPr sz="1500"/>
            </a:lvl6pPr>
            <a:lvl7pPr marL="2057297" indent="0">
              <a:buNone/>
              <a:defRPr sz="1500"/>
            </a:lvl7pPr>
            <a:lvl8pPr marL="2400180" indent="0">
              <a:buNone/>
              <a:defRPr sz="1500"/>
            </a:lvl8pPr>
            <a:lvl9pPr marL="2743064" indent="0">
              <a:buNone/>
              <a:defRPr sz="1500"/>
            </a:lvl9pPr>
          </a:lstStyle>
          <a:p>
            <a:pPr lvl="0"/>
            <a:r>
              <a:rPr lang="zh-CN" altLang="en-US" noProof="0" smtClean="0"/>
              <a:t>单击图标添加图片</a:t>
            </a:r>
            <a:endParaRPr lang="zh-CN" altLang="en-US" noProof="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050"/>
            </a:lvl1pPr>
            <a:lvl2pPr marL="342884" indent="0">
              <a:buNone/>
              <a:defRPr sz="900"/>
            </a:lvl2pPr>
            <a:lvl3pPr marL="685766" indent="0">
              <a:buNone/>
              <a:defRPr sz="750"/>
            </a:lvl3pPr>
            <a:lvl4pPr marL="1028649" indent="0">
              <a:buNone/>
              <a:defRPr sz="675"/>
            </a:lvl4pPr>
            <a:lvl5pPr marL="1371532" indent="0">
              <a:buNone/>
              <a:defRPr sz="675"/>
            </a:lvl5pPr>
            <a:lvl6pPr marL="1714415" indent="0">
              <a:buNone/>
              <a:defRPr sz="675"/>
            </a:lvl6pPr>
            <a:lvl7pPr marL="2057297" indent="0">
              <a:buNone/>
              <a:defRPr sz="675"/>
            </a:lvl7pPr>
            <a:lvl8pPr marL="2400180" indent="0">
              <a:buNone/>
              <a:defRPr sz="675"/>
            </a:lvl8pPr>
            <a:lvl9pPr marL="2743064" indent="0">
              <a:buNone/>
              <a:defRPr sz="675"/>
            </a:lvl9pPr>
          </a:lstStyle>
          <a:p>
            <a:pPr lvl="0"/>
            <a:r>
              <a:rPr lang="zh-CN" altLang="en-US" noProof="1" smtClean="0"/>
              <a:t>单击此处编辑母版文本样式</a:t>
            </a:r>
          </a:p>
        </p:txBody>
      </p:sp>
      <p:sp>
        <p:nvSpPr>
          <p:cNvPr id="5" name="Rectangle 11">
            <a:extLst>
              <a:ext uri="{FF2B5EF4-FFF2-40B4-BE49-F238E27FC236}">
                <a16:creationId xmlns="" xmlns:a16="http://schemas.microsoft.com/office/drawing/2014/main" id="{7DF7E1FA-7229-6F80-9195-95494C6B6D4F}"/>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12">
            <a:extLst>
              <a:ext uri="{FF2B5EF4-FFF2-40B4-BE49-F238E27FC236}">
                <a16:creationId xmlns="" xmlns:a16="http://schemas.microsoft.com/office/drawing/2014/main" id="{BA7BEB0C-60AB-4B90-0858-DC9F851CFC63}"/>
              </a:ext>
            </a:extLst>
          </p:cNvPr>
          <p:cNvSpPr>
            <a:spLocks noGrp="1" noChangeArrowheads="1"/>
          </p:cNvSpPr>
          <p:nvPr>
            <p:ph type="ftr" sz="quarter" idx="11"/>
          </p:nvPr>
        </p:nvSpPr>
        <p:spPr>
          <a:xfrm>
            <a:off x="3352800" y="6324600"/>
            <a:ext cx="2895600" cy="457200"/>
          </a:xfrm>
          <a:prstGeom prst="rect">
            <a:avLst/>
          </a:prstGeom>
          <a:ln/>
        </p:spPr>
        <p:txBody>
          <a:bodyPr/>
          <a:lstStyle>
            <a:lvl1pPr>
              <a:defRPr/>
            </a:lvl1pPr>
          </a:lstStyle>
          <a:p>
            <a:pPr>
              <a:defRPr/>
            </a:pPr>
            <a:endParaRPr lang="en-US" altLang="zh-CN"/>
          </a:p>
        </p:txBody>
      </p:sp>
      <p:sp>
        <p:nvSpPr>
          <p:cNvPr id="7" name="Rectangle 13">
            <a:extLst>
              <a:ext uri="{FF2B5EF4-FFF2-40B4-BE49-F238E27FC236}">
                <a16:creationId xmlns="" xmlns:a16="http://schemas.microsoft.com/office/drawing/2014/main" id="{C8113A4C-B97F-6D35-E97A-9BCA743B1036}"/>
              </a:ext>
            </a:extLst>
          </p:cNvPr>
          <p:cNvSpPr>
            <a:spLocks noGrp="1" noChangeArrowheads="1"/>
          </p:cNvSpPr>
          <p:nvPr>
            <p:ph type="sldNum" sz="quarter" idx="12"/>
          </p:nvPr>
        </p:nvSpPr>
        <p:spPr>
          <a:ln/>
        </p:spPr>
        <p:txBody>
          <a:bodyPr/>
          <a:lstStyle>
            <a:lvl1pPr>
              <a:defRPr/>
            </a:lvl1pPr>
          </a:lstStyle>
          <a:p>
            <a:fld id="{A75CE171-2466-3E49-953C-8D9416E27C46}" type="slidenum">
              <a:rPr lang="zh-CN" altLang="en-US"/>
              <a:pPr/>
              <a:t>‹#›</a:t>
            </a:fld>
            <a:endParaRPr lang="zh-CN" altLang="en-US"/>
          </a:p>
        </p:txBody>
      </p:sp>
    </p:spTree>
    <p:extLst>
      <p:ext uri="{BB962C8B-B14F-4D97-AF65-F5344CB8AC3E}">
        <p14:creationId xmlns:p14="http://schemas.microsoft.com/office/powerpoint/2010/main" val="2042727056"/>
      </p:ext>
    </p:extLst>
  </p:cSld>
  <p:clrMapOvr>
    <a:masterClrMapping/>
  </p:clrMapOvr>
  <p:transition spd="med">
    <p:zoom/>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smtClean="0"/>
              <a:t>单击此处编辑母版标题样式</a:t>
            </a:r>
            <a:endParaRPr lang="zh-CN" altLang="en-US" noProof="1"/>
          </a:p>
        </p:txBody>
      </p:sp>
      <p:sp>
        <p:nvSpPr>
          <p:cNvPr id="3" name="竖排文字占位符 2"/>
          <p:cNvSpPr>
            <a:spLocks noGrp="1"/>
          </p:cNvSpPr>
          <p:nvPr>
            <p:ph type="body" orient="vert" idx="1"/>
          </p:nvPr>
        </p:nvSpPr>
        <p:spPr/>
        <p:txBody>
          <a:bodyPr vert="eaVert"/>
          <a:lstStyle/>
          <a:p>
            <a:pPr lvl="0"/>
            <a:r>
              <a:rPr lang="zh-CN" altLang="en-US" noProof="1" smtClean="0"/>
              <a:t>单击此处编辑母版文本样式</a:t>
            </a:r>
          </a:p>
          <a:p>
            <a:pPr lvl="1"/>
            <a:r>
              <a:rPr lang="zh-CN" altLang="en-US" noProof="1" smtClean="0"/>
              <a:t>第二级</a:t>
            </a:r>
          </a:p>
          <a:p>
            <a:pPr lvl="2"/>
            <a:r>
              <a:rPr lang="zh-CN" altLang="en-US" noProof="1" smtClean="0"/>
              <a:t>第三级</a:t>
            </a:r>
          </a:p>
          <a:p>
            <a:pPr lvl="3"/>
            <a:r>
              <a:rPr lang="zh-CN" altLang="en-US" noProof="1" smtClean="0"/>
              <a:t>第四级</a:t>
            </a:r>
          </a:p>
          <a:p>
            <a:pPr lvl="4"/>
            <a:r>
              <a:rPr lang="zh-CN" altLang="en-US" noProof="1" smtClean="0"/>
              <a:t>第五级</a:t>
            </a:r>
            <a:endParaRPr lang="zh-CN" altLang="en-US" noProof="1"/>
          </a:p>
        </p:txBody>
      </p:sp>
      <p:sp>
        <p:nvSpPr>
          <p:cNvPr id="4" name="Rectangle 11">
            <a:extLst>
              <a:ext uri="{FF2B5EF4-FFF2-40B4-BE49-F238E27FC236}">
                <a16:creationId xmlns="" xmlns:a16="http://schemas.microsoft.com/office/drawing/2014/main" id="{8969790B-5FDE-ACFE-CBF8-D6D25FB97810}"/>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12">
            <a:extLst>
              <a:ext uri="{FF2B5EF4-FFF2-40B4-BE49-F238E27FC236}">
                <a16:creationId xmlns="" xmlns:a16="http://schemas.microsoft.com/office/drawing/2014/main" id="{042DD340-A062-ECA2-BACD-72DF641D7A99}"/>
              </a:ext>
            </a:extLst>
          </p:cNvPr>
          <p:cNvSpPr>
            <a:spLocks noGrp="1" noChangeArrowheads="1"/>
          </p:cNvSpPr>
          <p:nvPr>
            <p:ph type="ftr" sz="quarter" idx="11"/>
          </p:nvPr>
        </p:nvSpPr>
        <p:spPr>
          <a:xfrm>
            <a:off x="3352800" y="6324600"/>
            <a:ext cx="2895600" cy="457200"/>
          </a:xfrm>
          <a:prstGeom prst="rect">
            <a:avLst/>
          </a:prstGeom>
          <a:ln/>
        </p:spPr>
        <p:txBody>
          <a:bodyPr/>
          <a:lstStyle>
            <a:lvl1pPr>
              <a:defRPr/>
            </a:lvl1pPr>
          </a:lstStyle>
          <a:p>
            <a:pPr>
              <a:defRPr/>
            </a:pPr>
            <a:endParaRPr lang="en-US" altLang="zh-CN"/>
          </a:p>
        </p:txBody>
      </p:sp>
      <p:sp>
        <p:nvSpPr>
          <p:cNvPr id="6" name="Rectangle 13">
            <a:extLst>
              <a:ext uri="{FF2B5EF4-FFF2-40B4-BE49-F238E27FC236}">
                <a16:creationId xmlns="" xmlns:a16="http://schemas.microsoft.com/office/drawing/2014/main" id="{5A990D87-E397-DDBA-9741-B7BDB82788A5}"/>
              </a:ext>
            </a:extLst>
          </p:cNvPr>
          <p:cNvSpPr>
            <a:spLocks noGrp="1" noChangeArrowheads="1"/>
          </p:cNvSpPr>
          <p:nvPr>
            <p:ph type="sldNum" sz="quarter" idx="12"/>
          </p:nvPr>
        </p:nvSpPr>
        <p:spPr>
          <a:ln/>
        </p:spPr>
        <p:txBody>
          <a:bodyPr/>
          <a:lstStyle>
            <a:lvl1pPr>
              <a:defRPr/>
            </a:lvl1pPr>
          </a:lstStyle>
          <a:p>
            <a:fld id="{DE6A2B9D-4C43-344E-A3AD-CDEFA12D4607}" type="slidenum">
              <a:rPr lang="zh-CN" altLang="en-US"/>
              <a:pPr/>
              <a:t>‹#›</a:t>
            </a:fld>
            <a:endParaRPr lang="zh-CN" altLang="en-US"/>
          </a:p>
        </p:txBody>
      </p:sp>
    </p:spTree>
    <p:extLst>
      <p:ext uri="{BB962C8B-B14F-4D97-AF65-F5344CB8AC3E}">
        <p14:creationId xmlns:p14="http://schemas.microsoft.com/office/powerpoint/2010/main" val="3712375271"/>
      </p:ext>
    </p:extLst>
  </p:cSld>
  <p:clrMapOvr>
    <a:masterClrMapping/>
  </p:clrMapOvr>
  <p:transition spd="med">
    <p:zoom/>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904041" y="225431"/>
            <a:ext cx="1989137" cy="5903913"/>
          </a:xfrm>
        </p:spPr>
        <p:txBody>
          <a:bodyPr vert="eaVert"/>
          <a:lstStyle/>
          <a:p>
            <a:r>
              <a:rPr lang="zh-CN" altLang="en-US" noProof="1" smtClean="0"/>
              <a:t>单击此处编辑母版标题样式</a:t>
            </a:r>
            <a:endParaRPr lang="zh-CN" altLang="en-US" noProof="1"/>
          </a:p>
        </p:txBody>
      </p:sp>
      <p:sp>
        <p:nvSpPr>
          <p:cNvPr id="3" name="竖排文字占位符 2"/>
          <p:cNvSpPr>
            <a:spLocks noGrp="1"/>
          </p:cNvSpPr>
          <p:nvPr>
            <p:ph type="body" orient="vert" idx="1"/>
          </p:nvPr>
        </p:nvSpPr>
        <p:spPr>
          <a:xfrm>
            <a:off x="935038" y="225431"/>
            <a:ext cx="5816600" cy="5903913"/>
          </a:xfrm>
        </p:spPr>
        <p:txBody>
          <a:bodyPr vert="eaVert"/>
          <a:lstStyle/>
          <a:p>
            <a:pPr lvl="0"/>
            <a:r>
              <a:rPr lang="zh-CN" altLang="en-US" noProof="1" smtClean="0"/>
              <a:t>单击此处编辑母版文本样式</a:t>
            </a:r>
          </a:p>
          <a:p>
            <a:pPr lvl="1"/>
            <a:r>
              <a:rPr lang="zh-CN" altLang="en-US" noProof="1" smtClean="0"/>
              <a:t>第二级</a:t>
            </a:r>
          </a:p>
          <a:p>
            <a:pPr lvl="2"/>
            <a:r>
              <a:rPr lang="zh-CN" altLang="en-US" noProof="1" smtClean="0"/>
              <a:t>第三级</a:t>
            </a:r>
          </a:p>
          <a:p>
            <a:pPr lvl="3"/>
            <a:r>
              <a:rPr lang="zh-CN" altLang="en-US" noProof="1" smtClean="0"/>
              <a:t>第四级</a:t>
            </a:r>
          </a:p>
          <a:p>
            <a:pPr lvl="4"/>
            <a:r>
              <a:rPr lang="zh-CN" altLang="en-US" noProof="1" smtClean="0"/>
              <a:t>第五级</a:t>
            </a:r>
            <a:endParaRPr lang="zh-CN" altLang="en-US" noProof="1"/>
          </a:p>
        </p:txBody>
      </p:sp>
      <p:sp>
        <p:nvSpPr>
          <p:cNvPr id="4" name="Rectangle 11">
            <a:extLst>
              <a:ext uri="{FF2B5EF4-FFF2-40B4-BE49-F238E27FC236}">
                <a16:creationId xmlns="" xmlns:a16="http://schemas.microsoft.com/office/drawing/2014/main" id="{BB6D72A0-9ACC-FB01-B500-09347F0725E8}"/>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12">
            <a:extLst>
              <a:ext uri="{FF2B5EF4-FFF2-40B4-BE49-F238E27FC236}">
                <a16:creationId xmlns="" xmlns:a16="http://schemas.microsoft.com/office/drawing/2014/main" id="{1C2E9BFB-3F4C-57E7-BA00-4AD71CFAAD32}"/>
              </a:ext>
            </a:extLst>
          </p:cNvPr>
          <p:cNvSpPr>
            <a:spLocks noGrp="1" noChangeArrowheads="1"/>
          </p:cNvSpPr>
          <p:nvPr>
            <p:ph type="ftr" sz="quarter" idx="11"/>
          </p:nvPr>
        </p:nvSpPr>
        <p:spPr>
          <a:xfrm>
            <a:off x="3352800" y="6324600"/>
            <a:ext cx="2895600" cy="457200"/>
          </a:xfrm>
          <a:prstGeom prst="rect">
            <a:avLst/>
          </a:prstGeom>
          <a:ln/>
        </p:spPr>
        <p:txBody>
          <a:bodyPr/>
          <a:lstStyle>
            <a:lvl1pPr>
              <a:defRPr/>
            </a:lvl1pPr>
          </a:lstStyle>
          <a:p>
            <a:pPr>
              <a:defRPr/>
            </a:pPr>
            <a:endParaRPr lang="en-US" altLang="zh-CN"/>
          </a:p>
        </p:txBody>
      </p:sp>
      <p:sp>
        <p:nvSpPr>
          <p:cNvPr id="6" name="Rectangle 13">
            <a:extLst>
              <a:ext uri="{FF2B5EF4-FFF2-40B4-BE49-F238E27FC236}">
                <a16:creationId xmlns="" xmlns:a16="http://schemas.microsoft.com/office/drawing/2014/main" id="{04462F64-AE9C-AD7E-F866-AAEDC027A672}"/>
              </a:ext>
            </a:extLst>
          </p:cNvPr>
          <p:cNvSpPr>
            <a:spLocks noGrp="1" noChangeArrowheads="1"/>
          </p:cNvSpPr>
          <p:nvPr>
            <p:ph type="sldNum" sz="quarter" idx="12"/>
          </p:nvPr>
        </p:nvSpPr>
        <p:spPr>
          <a:ln/>
        </p:spPr>
        <p:txBody>
          <a:bodyPr/>
          <a:lstStyle>
            <a:lvl1pPr>
              <a:defRPr/>
            </a:lvl1pPr>
          </a:lstStyle>
          <a:p>
            <a:fld id="{854D01F4-2BF8-A745-90E2-0A334AE3AAFA}" type="slidenum">
              <a:rPr lang="zh-CN" altLang="en-US"/>
              <a:pPr/>
              <a:t>‹#›</a:t>
            </a:fld>
            <a:endParaRPr lang="zh-CN" altLang="en-US"/>
          </a:p>
        </p:txBody>
      </p:sp>
    </p:spTree>
    <p:extLst>
      <p:ext uri="{BB962C8B-B14F-4D97-AF65-F5344CB8AC3E}">
        <p14:creationId xmlns:p14="http://schemas.microsoft.com/office/powerpoint/2010/main" val="2467722587"/>
      </p:ext>
    </p:extLst>
  </p:cSld>
  <p:clrMapOvr>
    <a:masterClrMapping/>
  </p:clrMapOvr>
  <p:transition spd="med">
    <p:zoom/>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txAndChart" preserve="1">
  <p:cSld name="标题，文本与图表">
    <p:spTree>
      <p:nvGrpSpPr>
        <p:cNvPr id="1" name=""/>
        <p:cNvGrpSpPr/>
        <p:nvPr/>
      </p:nvGrpSpPr>
      <p:grpSpPr>
        <a:xfrm>
          <a:off x="0" y="0"/>
          <a:ext cx="0" cy="0"/>
          <a:chOff x="0" y="0"/>
          <a:chExt cx="0" cy="0"/>
        </a:xfrm>
      </p:grpSpPr>
      <p:sp>
        <p:nvSpPr>
          <p:cNvPr id="2" name="标题 1"/>
          <p:cNvSpPr>
            <a:spLocks noGrp="1"/>
          </p:cNvSpPr>
          <p:nvPr>
            <p:ph type="title"/>
          </p:nvPr>
        </p:nvSpPr>
        <p:spPr>
          <a:xfrm>
            <a:off x="1042988" y="225431"/>
            <a:ext cx="7850187" cy="746125"/>
          </a:xfrm>
        </p:spPr>
        <p:txBody>
          <a:bodyPr/>
          <a:lstStyle/>
          <a:p>
            <a:r>
              <a:rPr lang="zh-CN" altLang="en-US" noProof="1" smtClean="0"/>
              <a:t>单击此处编辑母版标题样式</a:t>
            </a:r>
            <a:endParaRPr lang="zh-CN" altLang="en-US" noProof="1"/>
          </a:p>
        </p:txBody>
      </p:sp>
      <p:sp>
        <p:nvSpPr>
          <p:cNvPr id="3" name="文本占位符 2"/>
          <p:cNvSpPr>
            <a:spLocks noGrp="1"/>
          </p:cNvSpPr>
          <p:nvPr>
            <p:ph type="body" sz="half" idx="1"/>
          </p:nvPr>
        </p:nvSpPr>
        <p:spPr>
          <a:xfrm>
            <a:off x="935038" y="1233488"/>
            <a:ext cx="3810000" cy="4895850"/>
          </a:xfrm>
        </p:spPr>
        <p:txBody>
          <a:bodyPr/>
          <a:lstStyle/>
          <a:p>
            <a:pPr lvl="0"/>
            <a:r>
              <a:rPr lang="zh-CN" altLang="en-US" noProof="1" smtClean="0"/>
              <a:t>单击此处编辑母版文本样式</a:t>
            </a:r>
          </a:p>
          <a:p>
            <a:pPr lvl="1"/>
            <a:r>
              <a:rPr lang="zh-CN" altLang="en-US" noProof="1" smtClean="0"/>
              <a:t>第二级</a:t>
            </a:r>
          </a:p>
          <a:p>
            <a:pPr lvl="2"/>
            <a:r>
              <a:rPr lang="zh-CN" altLang="en-US" noProof="1" smtClean="0"/>
              <a:t>第三级</a:t>
            </a:r>
          </a:p>
          <a:p>
            <a:pPr lvl="3"/>
            <a:r>
              <a:rPr lang="zh-CN" altLang="en-US" noProof="1" smtClean="0"/>
              <a:t>第四级</a:t>
            </a:r>
          </a:p>
          <a:p>
            <a:pPr lvl="4"/>
            <a:r>
              <a:rPr lang="zh-CN" altLang="en-US" noProof="1" smtClean="0"/>
              <a:t>第五级</a:t>
            </a:r>
            <a:endParaRPr lang="zh-CN" altLang="en-US" noProof="1"/>
          </a:p>
        </p:txBody>
      </p:sp>
      <p:sp>
        <p:nvSpPr>
          <p:cNvPr id="4" name="图表占位符 3"/>
          <p:cNvSpPr>
            <a:spLocks noGrp="1"/>
          </p:cNvSpPr>
          <p:nvPr>
            <p:ph type="chart" sz="half" idx="2"/>
          </p:nvPr>
        </p:nvSpPr>
        <p:spPr>
          <a:xfrm>
            <a:off x="4897438" y="1233488"/>
            <a:ext cx="3810000" cy="4895850"/>
          </a:xfrm>
        </p:spPr>
        <p:txBody>
          <a:bodyPr/>
          <a:lstStyle/>
          <a:p>
            <a:pPr lvl="0"/>
            <a:r>
              <a:rPr lang="zh-CN" altLang="en-US" noProof="0" smtClean="0"/>
              <a:t>单击图标添加图表</a:t>
            </a:r>
            <a:endParaRPr lang="zh-CN" altLang="en-US" noProof="0"/>
          </a:p>
        </p:txBody>
      </p:sp>
      <p:sp>
        <p:nvSpPr>
          <p:cNvPr id="5" name="Rectangle 11">
            <a:extLst>
              <a:ext uri="{FF2B5EF4-FFF2-40B4-BE49-F238E27FC236}">
                <a16:creationId xmlns="" xmlns:a16="http://schemas.microsoft.com/office/drawing/2014/main" id="{EF4DAB6F-0109-F932-D41D-114D2B361EAF}"/>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12">
            <a:extLst>
              <a:ext uri="{FF2B5EF4-FFF2-40B4-BE49-F238E27FC236}">
                <a16:creationId xmlns="" xmlns:a16="http://schemas.microsoft.com/office/drawing/2014/main" id="{3B9B9A9B-4F44-E332-8013-87B918E44541}"/>
              </a:ext>
            </a:extLst>
          </p:cNvPr>
          <p:cNvSpPr>
            <a:spLocks noGrp="1" noChangeArrowheads="1"/>
          </p:cNvSpPr>
          <p:nvPr>
            <p:ph type="ftr" sz="quarter" idx="11"/>
          </p:nvPr>
        </p:nvSpPr>
        <p:spPr>
          <a:xfrm>
            <a:off x="3352800" y="6324600"/>
            <a:ext cx="2895600" cy="457200"/>
          </a:xfrm>
          <a:prstGeom prst="rect">
            <a:avLst/>
          </a:prstGeom>
          <a:ln/>
        </p:spPr>
        <p:txBody>
          <a:bodyPr/>
          <a:lstStyle>
            <a:lvl1pPr>
              <a:defRPr/>
            </a:lvl1pPr>
          </a:lstStyle>
          <a:p>
            <a:pPr>
              <a:defRPr/>
            </a:pPr>
            <a:endParaRPr lang="en-US" altLang="zh-CN"/>
          </a:p>
        </p:txBody>
      </p:sp>
      <p:sp>
        <p:nvSpPr>
          <p:cNvPr id="7" name="Rectangle 13">
            <a:extLst>
              <a:ext uri="{FF2B5EF4-FFF2-40B4-BE49-F238E27FC236}">
                <a16:creationId xmlns="" xmlns:a16="http://schemas.microsoft.com/office/drawing/2014/main" id="{D1D42F48-85F2-C1B3-34A9-42D4A700CCFC}"/>
              </a:ext>
            </a:extLst>
          </p:cNvPr>
          <p:cNvSpPr>
            <a:spLocks noGrp="1" noChangeArrowheads="1"/>
          </p:cNvSpPr>
          <p:nvPr>
            <p:ph type="sldNum" sz="quarter" idx="12"/>
          </p:nvPr>
        </p:nvSpPr>
        <p:spPr>
          <a:ln/>
        </p:spPr>
        <p:txBody>
          <a:bodyPr/>
          <a:lstStyle>
            <a:lvl1pPr>
              <a:defRPr/>
            </a:lvl1pPr>
          </a:lstStyle>
          <a:p>
            <a:fld id="{C3310DF3-193F-E44C-B1F0-408591F45CF7}" type="slidenum">
              <a:rPr lang="zh-CN" altLang="en-US"/>
              <a:pPr/>
              <a:t>‹#›</a:t>
            </a:fld>
            <a:endParaRPr lang="zh-CN" altLang="en-US"/>
          </a:p>
        </p:txBody>
      </p:sp>
    </p:spTree>
    <p:extLst>
      <p:ext uri="{BB962C8B-B14F-4D97-AF65-F5344CB8AC3E}">
        <p14:creationId xmlns:p14="http://schemas.microsoft.com/office/powerpoint/2010/main" val="3040218793"/>
      </p:ext>
    </p:extLst>
  </p:cSld>
  <p:clrMapOvr>
    <a:masterClrMapping/>
  </p:clrMapOvr>
  <p:transition spd="med">
    <p:zoom/>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chart" preserve="1">
  <p:cSld name="标题和图表">
    <p:spTree>
      <p:nvGrpSpPr>
        <p:cNvPr id="1" name=""/>
        <p:cNvGrpSpPr/>
        <p:nvPr/>
      </p:nvGrpSpPr>
      <p:grpSpPr>
        <a:xfrm>
          <a:off x="0" y="0"/>
          <a:ext cx="0" cy="0"/>
          <a:chOff x="0" y="0"/>
          <a:chExt cx="0" cy="0"/>
        </a:xfrm>
      </p:grpSpPr>
      <p:sp>
        <p:nvSpPr>
          <p:cNvPr id="2" name="标题 1"/>
          <p:cNvSpPr>
            <a:spLocks noGrp="1"/>
          </p:cNvSpPr>
          <p:nvPr>
            <p:ph type="title"/>
          </p:nvPr>
        </p:nvSpPr>
        <p:spPr>
          <a:xfrm>
            <a:off x="1042988" y="225431"/>
            <a:ext cx="7850187" cy="746125"/>
          </a:xfrm>
        </p:spPr>
        <p:txBody>
          <a:bodyPr/>
          <a:lstStyle/>
          <a:p>
            <a:r>
              <a:rPr lang="zh-CN" altLang="en-US" noProof="1" smtClean="0"/>
              <a:t>单击此处编辑母版标题样式</a:t>
            </a:r>
            <a:endParaRPr lang="zh-CN" altLang="en-US" noProof="1"/>
          </a:p>
        </p:txBody>
      </p:sp>
      <p:sp>
        <p:nvSpPr>
          <p:cNvPr id="3" name="图表占位符 2"/>
          <p:cNvSpPr>
            <a:spLocks noGrp="1"/>
          </p:cNvSpPr>
          <p:nvPr>
            <p:ph type="chart" idx="1"/>
          </p:nvPr>
        </p:nvSpPr>
        <p:spPr>
          <a:xfrm>
            <a:off x="935038" y="1233488"/>
            <a:ext cx="7772400" cy="4895850"/>
          </a:xfrm>
        </p:spPr>
        <p:txBody>
          <a:bodyPr/>
          <a:lstStyle/>
          <a:p>
            <a:pPr lvl="0"/>
            <a:r>
              <a:rPr lang="zh-CN" altLang="en-US" noProof="0" smtClean="0"/>
              <a:t>单击图标添加图表</a:t>
            </a:r>
            <a:endParaRPr lang="zh-CN" altLang="en-US" noProof="0"/>
          </a:p>
        </p:txBody>
      </p:sp>
      <p:sp>
        <p:nvSpPr>
          <p:cNvPr id="4" name="Rectangle 11">
            <a:extLst>
              <a:ext uri="{FF2B5EF4-FFF2-40B4-BE49-F238E27FC236}">
                <a16:creationId xmlns="" xmlns:a16="http://schemas.microsoft.com/office/drawing/2014/main" id="{F708D4BC-3A8D-E878-0802-13BCC7E23DC8}"/>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12">
            <a:extLst>
              <a:ext uri="{FF2B5EF4-FFF2-40B4-BE49-F238E27FC236}">
                <a16:creationId xmlns="" xmlns:a16="http://schemas.microsoft.com/office/drawing/2014/main" id="{925FD2C4-690E-646E-8669-143AD1BD9F23}"/>
              </a:ext>
            </a:extLst>
          </p:cNvPr>
          <p:cNvSpPr>
            <a:spLocks noGrp="1" noChangeArrowheads="1"/>
          </p:cNvSpPr>
          <p:nvPr>
            <p:ph type="ftr" sz="quarter" idx="11"/>
          </p:nvPr>
        </p:nvSpPr>
        <p:spPr>
          <a:xfrm>
            <a:off x="3352800" y="6324600"/>
            <a:ext cx="2895600" cy="457200"/>
          </a:xfrm>
          <a:prstGeom prst="rect">
            <a:avLst/>
          </a:prstGeom>
          <a:ln/>
        </p:spPr>
        <p:txBody>
          <a:bodyPr/>
          <a:lstStyle>
            <a:lvl1pPr>
              <a:defRPr/>
            </a:lvl1pPr>
          </a:lstStyle>
          <a:p>
            <a:pPr>
              <a:defRPr/>
            </a:pPr>
            <a:endParaRPr lang="en-US" altLang="zh-CN"/>
          </a:p>
        </p:txBody>
      </p:sp>
      <p:sp>
        <p:nvSpPr>
          <p:cNvPr id="6" name="Rectangle 13">
            <a:extLst>
              <a:ext uri="{FF2B5EF4-FFF2-40B4-BE49-F238E27FC236}">
                <a16:creationId xmlns="" xmlns:a16="http://schemas.microsoft.com/office/drawing/2014/main" id="{54E36240-FA62-8027-3821-D40DEB78E100}"/>
              </a:ext>
            </a:extLst>
          </p:cNvPr>
          <p:cNvSpPr>
            <a:spLocks noGrp="1" noChangeArrowheads="1"/>
          </p:cNvSpPr>
          <p:nvPr>
            <p:ph type="sldNum" sz="quarter" idx="12"/>
          </p:nvPr>
        </p:nvSpPr>
        <p:spPr>
          <a:ln/>
        </p:spPr>
        <p:txBody>
          <a:bodyPr/>
          <a:lstStyle>
            <a:lvl1pPr>
              <a:defRPr/>
            </a:lvl1pPr>
          </a:lstStyle>
          <a:p>
            <a:fld id="{05BB1C6D-14C1-844E-9115-70642E9631DF}" type="slidenum">
              <a:rPr lang="zh-CN" altLang="en-US"/>
              <a:pPr/>
              <a:t>‹#›</a:t>
            </a:fld>
            <a:endParaRPr lang="zh-CN" altLang="en-US"/>
          </a:p>
        </p:txBody>
      </p:sp>
    </p:spTree>
    <p:extLst>
      <p:ext uri="{BB962C8B-B14F-4D97-AF65-F5344CB8AC3E}">
        <p14:creationId xmlns:p14="http://schemas.microsoft.com/office/powerpoint/2010/main" val="1114928925"/>
      </p:ext>
    </p:extLst>
  </p:cSld>
  <p:clrMapOvr>
    <a:masterClrMapping/>
  </p:clrMapOvr>
  <p:transition spd="med">
    <p:zoom/>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3.tiff"/><Relationship Id="rId2" Type="http://schemas.openxmlformats.org/officeDocument/2006/relationships/slideLayout" Target="../slideLayouts/slideLayout2.xml"/><Relationship Id="rId16" Type="http://schemas.openxmlformats.org/officeDocument/2006/relationships/image" Target="../media/image2.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tiff"/><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bwMode="auto">
      <p:bgPr>
        <a:solidFill>
          <a:schemeClr val="bg1"/>
        </a:solidFill>
        <a:effectLst/>
      </p:bgPr>
    </p:bg>
    <p:spTree>
      <p:nvGrpSpPr>
        <p:cNvPr id="1" name=""/>
        <p:cNvGrpSpPr/>
        <p:nvPr/>
      </p:nvGrpSpPr>
      <p:grpSpPr>
        <a:xfrm>
          <a:off x="0" y="0"/>
          <a:ext cx="0" cy="0"/>
          <a:chOff x="0" y="0"/>
          <a:chExt cx="0" cy="0"/>
        </a:xfrm>
      </p:grpSpPr>
      <p:sp>
        <p:nvSpPr>
          <p:cNvPr id="1026" name="Rectangle 7">
            <a:extLst>
              <a:ext uri="{FF2B5EF4-FFF2-40B4-BE49-F238E27FC236}">
                <a16:creationId xmlns="" xmlns:a16="http://schemas.microsoft.com/office/drawing/2014/main" id="{A9824247-C8A8-C57F-CAEC-3A223BA6F4D0}"/>
              </a:ext>
            </a:extLst>
          </p:cNvPr>
          <p:cNvSpPr>
            <a:spLocks noChangeArrowheads="1"/>
          </p:cNvSpPr>
          <p:nvPr/>
        </p:nvSpPr>
        <p:spPr bwMode="auto">
          <a:xfrm>
            <a:off x="711201" y="269881"/>
            <a:ext cx="31750" cy="1052513"/>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a:lnSpc>
                <a:spcPct val="100000"/>
              </a:lnSpc>
              <a:spcBef>
                <a:spcPct val="0"/>
              </a:spcBef>
              <a:buClrTx/>
              <a:buSzTx/>
              <a:buFontTx/>
              <a:buNone/>
            </a:pPr>
            <a:endParaRPr lang="zh-CN" altLang="en-US" sz="1800"/>
          </a:p>
        </p:txBody>
      </p:sp>
      <p:sp>
        <p:nvSpPr>
          <p:cNvPr id="1027" name="Rectangle 8">
            <a:extLst>
              <a:ext uri="{FF2B5EF4-FFF2-40B4-BE49-F238E27FC236}">
                <a16:creationId xmlns="" xmlns:a16="http://schemas.microsoft.com/office/drawing/2014/main" id="{4A0B2333-B6EA-176D-0028-5AB7711DF1B1}"/>
              </a:ext>
            </a:extLst>
          </p:cNvPr>
          <p:cNvSpPr>
            <a:spLocks noChangeArrowheads="1"/>
          </p:cNvSpPr>
          <p:nvPr/>
        </p:nvSpPr>
        <p:spPr bwMode="auto">
          <a:xfrm>
            <a:off x="392116" y="1060450"/>
            <a:ext cx="8226425" cy="31750"/>
          </a:xfrm>
          <a:prstGeom prst="rect">
            <a:avLst/>
          </a:prstGeom>
          <a:gradFill rotWithShape="0">
            <a:gsLst>
              <a:gs pos="0">
                <a:schemeClr val="bg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a:lnSpc>
                <a:spcPct val="100000"/>
              </a:lnSpc>
              <a:spcBef>
                <a:spcPct val="0"/>
              </a:spcBef>
              <a:buClrTx/>
              <a:buSzTx/>
              <a:buFontTx/>
              <a:buNone/>
            </a:pPr>
            <a:endParaRPr lang="zh-CN" altLang="en-US" sz="1800"/>
          </a:p>
        </p:txBody>
      </p:sp>
      <p:sp>
        <p:nvSpPr>
          <p:cNvPr id="1028" name="Rectangle 9">
            <a:extLst>
              <a:ext uri="{FF2B5EF4-FFF2-40B4-BE49-F238E27FC236}">
                <a16:creationId xmlns="" xmlns:a16="http://schemas.microsoft.com/office/drawing/2014/main" id="{0D3A9279-CA87-4E7F-DAC6-015EE242A976}"/>
              </a:ext>
            </a:extLst>
          </p:cNvPr>
          <p:cNvSpPr>
            <a:spLocks noGrp="1" noChangeArrowheads="1"/>
          </p:cNvSpPr>
          <p:nvPr>
            <p:ph type="title" idx="4294967295"/>
          </p:nvPr>
        </p:nvSpPr>
        <p:spPr bwMode="auto">
          <a:xfrm>
            <a:off x="1042988" y="225431"/>
            <a:ext cx="7850187" cy="746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p>
            <a:pPr lvl="0"/>
            <a:r>
              <a:rPr lang="zh-CN" altLang="en-US" dirty="0"/>
              <a:t>单击此处编辑母版标题样式</a:t>
            </a:r>
          </a:p>
        </p:txBody>
      </p:sp>
      <p:sp>
        <p:nvSpPr>
          <p:cNvPr id="1029" name="Rectangle 10">
            <a:extLst>
              <a:ext uri="{FF2B5EF4-FFF2-40B4-BE49-F238E27FC236}">
                <a16:creationId xmlns="" xmlns:a16="http://schemas.microsoft.com/office/drawing/2014/main" id="{86AE627A-1B93-6388-397F-5C8186FBAFEE}"/>
              </a:ext>
            </a:extLst>
          </p:cNvPr>
          <p:cNvSpPr>
            <a:spLocks noGrp="1" noChangeArrowheads="1"/>
          </p:cNvSpPr>
          <p:nvPr>
            <p:ph type="body" idx="4294967295"/>
          </p:nvPr>
        </p:nvSpPr>
        <p:spPr bwMode="auto">
          <a:xfrm>
            <a:off x="935038" y="1233488"/>
            <a:ext cx="7772400" cy="4895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64523" name="Rectangle 11">
            <a:extLst>
              <a:ext uri="{FF2B5EF4-FFF2-40B4-BE49-F238E27FC236}">
                <a16:creationId xmlns="" xmlns:a16="http://schemas.microsoft.com/office/drawing/2014/main" id="{DE3D8E3B-D458-C570-9919-DE02EA9FC78D}"/>
              </a:ext>
            </a:extLst>
          </p:cNvPr>
          <p:cNvSpPr>
            <a:spLocks noGrp="1" noChangeArrowheads="1"/>
          </p:cNvSpPr>
          <p:nvPr>
            <p:ph type="dt" sz="half" idx="2"/>
          </p:nvPr>
        </p:nvSpPr>
        <p:spPr bwMode="auto">
          <a:xfrm>
            <a:off x="914400" y="6324600"/>
            <a:ext cx="1905000" cy="457200"/>
          </a:xfrm>
          <a:prstGeom prst="rect">
            <a:avLst/>
          </a:prstGeom>
          <a:noFill/>
          <a:ln w="9525">
            <a:noFill/>
            <a:miter lim="800000"/>
          </a:ln>
          <a:effectLst/>
        </p:spPr>
        <p:txBody>
          <a:bodyPr vert="horz" wrap="square" lIns="91440" tIns="45720" rIns="91440" bIns="45720" numCol="1" anchor="b" anchorCtr="0" compatLnSpc="1"/>
          <a:lstStyle>
            <a:lvl1pPr algn="l">
              <a:lnSpc>
                <a:spcPct val="100000"/>
              </a:lnSpc>
              <a:spcBef>
                <a:spcPct val="0"/>
              </a:spcBef>
              <a:buClrTx/>
              <a:buSzTx/>
              <a:buFontTx/>
              <a:buNone/>
              <a:defRPr kumimoji="0" sz="1050"/>
            </a:lvl1pPr>
          </a:lstStyle>
          <a:p>
            <a:pPr>
              <a:defRPr/>
            </a:pPr>
            <a:endParaRPr lang="en-US" altLang="zh-CN" dirty="0"/>
          </a:p>
        </p:txBody>
      </p:sp>
      <p:sp>
        <p:nvSpPr>
          <p:cNvPr id="64525" name="Rectangle 13">
            <a:extLst>
              <a:ext uri="{FF2B5EF4-FFF2-40B4-BE49-F238E27FC236}">
                <a16:creationId xmlns="" xmlns:a16="http://schemas.microsoft.com/office/drawing/2014/main" id="{C2D98F74-F2B6-4A7D-03A8-AB9BF3598B96}"/>
              </a:ext>
            </a:extLst>
          </p:cNvPr>
          <p:cNvSpPr>
            <a:spLocks noGrp="1" noChangeArrowheads="1"/>
          </p:cNvSpPr>
          <p:nvPr>
            <p:ph type="sldNum" sz="quarter" idx="4"/>
          </p:nvPr>
        </p:nvSpPr>
        <p:spPr bwMode="auto">
          <a:xfrm>
            <a:off x="6781800" y="6324600"/>
            <a:ext cx="1905000" cy="457200"/>
          </a:xfrm>
          <a:prstGeom prst="rect">
            <a:avLst/>
          </a:prstGeom>
          <a:noFill/>
          <a:ln w="9525">
            <a:noFill/>
            <a:miter lim="800000"/>
          </a:ln>
          <a:effectLst/>
        </p:spPr>
        <p:txBody>
          <a:bodyPr vert="horz" wrap="square" lIns="91440" tIns="45720" rIns="91440" bIns="45720" numCol="1" anchor="b" anchorCtr="0" compatLnSpc="1">
            <a:prstTxWarp prst="textNoShape">
              <a:avLst/>
            </a:prstTxWarp>
          </a:bodyPr>
          <a:lstStyle>
            <a:lvl1pPr algn="r">
              <a:lnSpc>
                <a:spcPct val="100000"/>
              </a:lnSpc>
              <a:spcBef>
                <a:spcPct val="0"/>
              </a:spcBef>
              <a:buClrTx/>
              <a:buSzTx/>
              <a:buFontTx/>
              <a:buNone/>
              <a:defRPr sz="1050"/>
            </a:lvl1pPr>
          </a:lstStyle>
          <a:p>
            <a:fld id="{6F73D78D-38BD-D44D-8D86-2D2DB0BEC18B}" type="slidenum">
              <a:rPr lang="zh-CN" altLang="en-US" smtClean="0"/>
              <a:pPr/>
              <a:t>‹#›</a:t>
            </a:fld>
            <a:endParaRPr lang="zh-CN" altLang="en-US" dirty="0"/>
          </a:p>
        </p:txBody>
      </p:sp>
      <p:pic>
        <p:nvPicPr>
          <p:cNvPr id="6" name="图片 5">
            <a:extLst>
              <a:ext uri="{FF2B5EF4-FFF2-40B4-BE49-F238E27FC236}">
                <a16:creationId xmlns="" xmlns:a16="http://schemas.microsoft.com/office/drawing/2014/main" id="{3CE6F6BF-4B21-EBA8-0316-496A78B2CDF2}"/>
              </a:ext>
            </a:extLst>
          </p:cNvPr>
          <p:cNvPicPr>
            <a:picLocks noChangeAspect="1"/>
          </p:cNvPicPr>
          <p:nvPr userDrawn="1"/>
        </p:nvPicPr>
        <p:blipFill>
          <a:blip r:embed="rId15"/>
          <a:stretch>
            <a:fillRect/>
          </a:stretch>
        </p:blipFill>
        <p:spPr>
          <a:xfrm rot="3532301">
            <a:off x="53066" y="473997"/>
            <a:ext cx="678101" cy="376134"/>
          </a:xfrm>
          <a:prstGeom prst="rect">
            <a:avLst/>
          </a:prstGeom>
        </p:spPr>
      </p:pic>
      <p:pic>
        <p:nvPicPr>
          <p:cNvPr id="2" name="Picture 6">
            <a:extLst>
              <a:ext uri="{FF2B5EF4-FFF2-40B4-BE49-F238E27FC236}">
                <a16:creationId xmlns="" xmlns:a16="http://schemas.microsoft.com/office/drawing/2014/main" id="{30C888A5-CC91-E55B-7B85-6EA66F09083F}"/>
              </a:ext>
            </a:extLst>
          </p:cNvPr>
          <p:cNvPicPr>
            <a:picLocks noChangeAspect="1" noChangeArrowheads="1"/>
          </p:cNvPicPr>
          <p:nvPr userDrawn="1"/>
        </p:nvPicPr>
        <p:blipFill rotWithShape="1">
          <a:blip r:embed="rId16">
            <a:extLst>
              <a:ext uri="{28A0092B-C50C-407E-A947-70E740481C1C}">
                <a14:useLocalDpi xmlns:a14="http://schemas.microsoft.com/office/drawing/2010/main" val="0"/>
              </a:ext>
            </a:extLst>
          </a:blip>
          <a:srcRect r="151"/>
          <a:stretch/>
        </p:blipFill>
        <p:spPr bwMode="auto">
          <a:xfrm>
            <a:off x="320498" y="941908"/>
            <a:ext cx="1042988" cy="188292"/>
          </a:xfrm>
          <a:prstGeom prst="rect">
            <a:avLst/>
          </a:prstGeom>
          <a:solidFill>
            <a:schemeClr val="tx1">
              <a:lumMod val="65000"/>
              <a:lumOff val="35000"/>
            </a:schemeClr>
          </a:solidFill>
        </p:spPr>
      </p:pic>
      <p:pic>
        <p:nvPicPr>
          <p:cNvPr id="3" name="图片 2">
            <a:extLst>
              <a:ext uri="{FF2B5EF4-FFF2-40B4-BE49-F238E27FC236}">
                <a16:creationId xmlns="" xmlns:a16="http://schemas.microsoft.com/office/drawing/2014/main" id="{1403A0A2-1BB5-3BCB-F943-2DCD1F4C13A5}"/>
              </a:ext>
            </a:extLst>
          </p:cNvPr>
          <p:cNvPicPr>
            <a:picLocks noChangeAspect="1"/>
          </p:cNvPicPr>
          <p:nvPr userDrawn="1"/>
        </p:nvPicPr>
        <p:blipFill>
          <a:blip r:embed="rId17"/>
          <a:stretch>
            <a:fillRect/>
          </a:stretch>
        </p:blipFill>
        <p:spPr>
          <a:xfrm>
            <a:off x="8532443" y="5624518"/>
            <a:ext cx="512549" cy="1106809"/>
          </a:xfrm>
          <a:prstGeom prst="rect">
            <a:avLst/>
          </a:prstGeom>
        </p:spPr>
      </p:pic>
    </p:spTree>
    <p:extLst>
      <p:ext uri="{BB962C8B-B14F-4D97-AF65-F5344CB8AC3E}">
        <p14:creationId xmlns:p14="http://schemas.microsoft.com/office/powerpoint/2010/main" val="3794515043"/>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Lst>
  <p:transition spd="med">
    <p:zoom/>
  </p:transition>
  <p:hf hdr="0" ftr="0" dt="0"/>
  <p:txStyles>
    <p:titleStyle>
      <a:lvl1pPr algn="l" rtl="0" eaLnBrk="1" fontAlgn="base" hangingPunct="1">
        <a:spcBef>
          <a:spcPct val="0"/>
        </a:spcBef>
        <a:spcAft>
          <a:spcPct val="0"/>
        </a:spcAft>
        <a:defRPr sz="3300">
          <a:solidFill>
            <a:schemeClr val="tx2"/>
          </a:solidFill>
          <a:latin typeface="+mj-lt"/>
          <a:ea typeface="+mj-ea"/>
          <a:cs typeface="+mj-cs"/>
        </a:defRPr>
      </a:lvl1pPr>
      <a:lvl2pPr algn="l" rtl="0" eaLnBrk="1" fontAlgn="base" hangingPunct="1">
        <a:spcBef>
          <a:spcPct val="0"/>
        </a:spcBef>
        <a:spcAft>
          <a:spcPct val="0"/>
        </a:spcAft>
        <a:defRPr sz="3300">
          <a:solidFill>
            <a:schemeClr val="tx2"/>
          </a:solidFill>
          <a:latin typeface="Tahoma" panose="020B0604030504040204" pitchFamily="34" charset="0"/>
          <a:ea typeface="宋体" panose="02010600030101010101" pitchFamily="2" charset="-122"/>
        </a:defRPr>
      </a:lvl2pPr>
      <a:lvl3pPr algn="l" rtl="0" eaLnBrk="1" fontAlgn="base" hangingPunct="1">
        <a:spcBef>
          <a:spcPct val="0"/>
        </a:spcBef>
        <a:spcAft>
          <a:spcPct val="0"/>
        </a:spcAft>
        <a:defRPr sz="3300">
          <a:solidFill>
            <a:schemeClr val="tx2"/>
          </a:solidFill>
          <a:latin typeface="Tahoma" panose="020B0604030504040204" pitchFamily="34" charset="0"/>
          <a:ea typeface="宋体" panose="02010600030101010101" pitchFamily="2" charset="-122"/>
        </a:defRPr>
      </a:lvl3pPr>
      <a:lvl4pPr algn="l" rtl="0" eaLnBrk="1" fontAlgn="base" hangingPunct="1">
        <a:spcBef>
          <a:spcPct val="0"/>
        </a:spcBef>
        <a:spcAft>
          <a:spcPct val="0"/>
        </a:spcAft>
        <a:defRPr sz="3300">
          <a:solidFill>
            <a:schemeClr val="tx2"/>
          </a:solidFill>
          <a:latin typeface="Tahoma" panose="020B0604030504040204" pitchFamily="34" charset="0"/>
          <a:ea typeface="宋体" panose="02010600030101010101" pitchFamily="2" charset="-122"/>
        </a:defRPr>
      </a:lvl4pPr>
      <a:lvl5pPr algn="l" rtl="0" eaLnBrk="1" fontAlgn="base" hangingPunct="1">
        <a:spcBef>
          <a:spcPct val="0"/>
        </a:spcBef>
        <a:spcAft>
          <a:spcPct val="0"/>
        </a:spcAft>
        <a:defRPr sz="3300">
          <a:solidFill>
            <a:schemeClr val="tx2"/>
          </a:solidFill>
          <a:latin typeface="Tahoma" panose="020B0604030504040204" pitchFamily="34" charset="0"/>
          <a:ea typeface="宋体" panose="02010600030101010101" pitchFamily="2" charset="-122"/>
        </a:defRPr>
      </a:lvl5pPr>
      <a:lvl6pPr marL="342884" algn="l" rtl="0" eaLnBrk="1" fontAlgn="base" hangingPunct="1">
        <a:spcBef>
          <a:spcPct val="0"/>
        </a:spcBef>
        <a:spcAft>
          <a:spcPct val="0"/>
        </a:spcAft>
        <a:defRPr kumimoji="1" sz="3300">
          <a:solidFill>
            <a:schemeClr val="tx2"/>
          </a:solidFill>
          <a:latin typeface="Tahoma" panose="020B0604030504040204" pitchFamily="34" charset="0"/>
          <a:ea typeface="宋体" panose="02010600030101010101" pitchFamily="2" charset="-122"/>
        </a:defRPr>
      </a:lvl6pPr>
      <a:lvl7pPr marL="685766" algn="l" rtl="0" eaLnBrk="1" fontAlgn="base" hangingPunct="1">
        <a:spcBef>
          <a:spcPct val="0"/>
        </a:spcBef>
        <a:spcAft>
          <a:spcPct val="0"/>
        </a:spcAft>
        <a:defRPr kumimoji="1" sz="3300">
          <a:solidFill>
            <a:schemeClr val="tx2"/>
          </a:solidFill>
          <a:latin typeface="Tahoma" panose="020B0604030504040204" pitchFamily="34" charset="0"/>
          <a:ea typeface="宋体" panose="02010600030101010101" pitchFamily="2" charset="-122"/>
        </a:defRPr>
      </a:lvl7pPr>
      <a:lvl8pPr marL="1028649" algn="l" rtl="0" eaLnBrk="1" fontAlgn="base" hangingPunct="1">
        <a:spcBef>
          <a:spcPct val="0"/>
        </a:spcBef>
        <a:spcAft>
          <a:spcPct val="0"/>
        </a:spcAft>
        <a:defRPr kumimoji="1" sz="3300">
          <a:solidFill>
            <a:schemeClr val="tx2"/>
          </a:solidFill>
          <a:latin typeface="Tahoma" panose="020B0604030504040204" pitchFamily="34" charset="0"/>
          <a:ea typeface="宋体" panose="02010600030101010101" pitchFamily="2" charset="-122"/>
        </a:defRPr>
      </a:lvl8pPr>
      <a:lvl9pPr marL="1371532" algn="l" rtl="0" eaLnBrk="1" fontAlgn="base" hangingPunct="1">
        <a:spcBef>
          <a:spcPct val="0"/>
        </a:spcBef>
        <a:spcAft>
          <a:spcPct val="0"/>
        </a:spcAft>
        <a:defRPr kumimoji="1" sz="3300">
          <a:solidFill>
            <a:schemeClr val="tx2"/>
          </a:solidFill>
          <a:latin typeface="Tahoma" panose="020B0604030504040204" pitchFamily="34" charset="0"/>
          <a:ea typeface="宋体" panose="02010600030101010101" pitchFamily="2" charset="-122"/>
        </a:defRPr>
      </a:lvl9pPr>
    </p:titleStyle>
    <p:bodyStyle>
      <a:lvl1pPr marL="257162" indent="-257162" algn="l" rtl="0" eaLnBrk="1" fontAlgn="base" hangingPunct="1">
        <a:lnSpc>
          <a:spcPct val="114000"/>
        </a:lnSpc>
        <a:spcBef>
          <a:spcPct val="20000"/>
        </a:spcBef>
        <a:spcAft>
          <a:spcPct val="0"/>
        </a:spcAft>
        <a:buClr>
          <a:schemeClr val="tx1"/>
        </a:buClr>
        <a:buSzPct val="60000"/>
        <a:buFont typeface="Wingdings" pitchFamily="2" charset="2"/>
        <a:buChar char="n"/>
        <a:defRPr sz="2250">
          <a:solidFill>
            <a:schemeClr val="tx1"/>
          </a:solidFill>
          <a:latin typeface="+mn-lt"/>
          <a:ea typeface="+mn-ea"/>
          <a:cs typeface="+mn-cs"/>
        </a:defRPr>
      </a:lvl1pPr>
      <a:lvl2pPr marL="557185" indent="-214303" algn="l" rtl="0" eaLnBrk="1" fontAlgn="base" hangingPunct="1">
        <a:lnSpc>
          <a:spcPct val="114000"/>
        </a:lnSpc>
        <a:spcBef>
          <a:spcPct val="20000"/>
        </a:spcBef>
        <a:spcAft>
          <a:spcPct val="0"/>
        </a:spcAft>
        <a:buClr>
          <a:srgbClr val="C00000"/>
        </a:buClr>
        <a:buSzPct val="55000"/>
        <a:buFont typeface="Wingdings" pitchFamily="2" charset="2"/>
        <a:buChar char="n"/>
        <a:defRPr sz="1950">
          <a:solidFill>
            <a:schemeClr val="tx1"/>
          </a:solidFill>
          <a:latin typeface="+mn-lt"/>
          <a:ea typeface="+mn-ea"/>
        </a:defRPr>
      </a:lvl2pPr>
      <a:lvl3pPr marL="857207" indent="-171442" algn="l" rtl="0" eaLnBrk="1" fontAlgn="base" hangingPunct="1">
        <a:lnSpc>
          <a:spcPct val="114000"/>
        </a:lnSpc>
        <a:spcBef>
          <a:spcPct val="20000"/>
        </a:spcBef>
        <a:spcAft>
          <a:spcPct val="0"/>
        </a:spcAft>
        <a:buClr>
          <a:schemeClr val="tx2"/>
        </a:buClr>
        <a:buSzPct val="50000"/>
        <a:buFont typeface="Wingdings" pitchFamily="2" charset="2"/>
        <a:buChar char="n"/>
        <a:defRPr sz="1650">
          <a:solidFill>
            <a:schemeClr val="tx1"/>
          </a:solidFill>
          <a:latin typeface="+mn-lt"/>
          <a:ea typeface="+mn-ea"/>
        </a:defRPr>
      </a:lvl3pPr>
      <a:lvl4pPr marL="1200090" indent="-171442" algn="l" rtl="0" eaLnBrk="1" fontAlgn="base" hangingPunct="1">
        <a:lnSpc>
          <a:spcPct val="114000"/>
        </a:lnSpc>
        <a:spcBef>
          <a:spcPct val="20000"/>
        </a:spcBef>
        <a:spcAft>
          <a:spcPct val="0"/>
        </a:spcAft>
        <a:buClr>
          <a:schemeClr val="accent6">
            <a:lumMod val="50000"/>
          </a:schemeClr>
        </a:buClr>
        <a:buSzPct val="55000"/>
        <a:buFont typeface="Wingdings" pitchFamily="2" charset="2"/>
        <a:buChar char="n"/>
        <a:defRPr sz="1350">
          <a:solidFill>
            <a:schemeClr val="tx1"/>
          </a:solidFill>
          <a:latin typeface="+mn-lt"/>
          <a:ea typeface="+mn-ea"/>
        </a:defRPr>
      </a:lvl4pPr>
      <a:lvl5pPr marL="1542974" indent="-171442" algn="l" rtl="0" eaLnBrk="1" fontAlgn="base" hangingPunct="1">
        <a:lnSpc>
          <a:spcPct val="114000"/>
        </a:lnSpc>
        <a:spcBef>
          <a:spcPct val="20000"/>
        </a:spcBef>
        <a:spcAft>
          <a:spcPct val="0"/>
        </a:spcAft>
        <a:buClr>
          <a:schemeClr val="accent5">
            <a:lumMod val="25000"/>
          </a:schemeClr>
        </a:buClr>
        <a:buSzPct val="50000"/>
        <a:buFont typeface="Wingdings" pitchFamily="2" charset="2"/>
        <a:buChar char="n"/>
        <a:defRPr sz="1350">
          <a:solidFill>
            <a:schemeClr val="tx1"/>
          </a:solidFill>
          <a:latin typeface="+mn-lt"/>
          <a:ea typeface="+mn-ea"/>
        </a:defRPr>
      </a:lvl5pPr>
      <a:lvl6pPr marL="1885856" indent="-171442" algn="l" rtl="0" eaLnBrk="1" fontAlgn="base" hangingPunct="1">
        <a:spcBef>
          <a:spcPct val="20000"/>
        </a:spcBef>
        <a:spcAft>
          <a:spcPct val="0"/>
        </a:spcAft>
        <a:buClr>
          <a:schemeClr val="accent1"/>
        </a:buClr>
        <a:buSzPct val="50000"/>
        <a:buFont typeface="Wingdings" panose="05000000000000000000" pitchFamily="2" charset="2"/>
        <a:buChar char="n"/>
        <a:defRPr kumimoji="1" sz="1500">
          <a:solidFill>
            <a:schemeClr val="tx1"/>
          </a:solidFill>
          <a:latin typeface="+mn-lt"/>
          <a:ea typeface="+mn-ea"/>
        </a:defRPr>
      </a:lvl6pPr>
      <a:lvl7pPr marL="2228739" indent="-171442" algn="l" rtl="0" eaLnBrk="1" fontAlgn="base" hangingPunct="1">
        <a:spcBef>
          <a:spcPct val="20000"/>
        </a:spcBef>
        <a:spcAft>
          <a:spcPct val="0"/>
        </a:spcAft>
        <a:buClr>
          <a:schemeClr val="accent1"/>
        </a:buClr>
        <a:buSzPct val="50000"/>
        <a:buFont typeface="Wingdings" panose="05000000000000000000" pitchFamily="2" charset="2"/>
        <a:buChar char="n"/>
        <a:defRPr kumimoji="1" sz="1500">
          <a:solidFill>
            <a:schemeClr val="tx1"/>
          </a:solidFill>
          <a:latin typeface="+mn-lt"/>
          <a:ea typeface="+mn-ea"/>
        </a:defRPr>
      </a:lvl7pPr>
      <a:lvl8pPr marL="2571622" indent="-171442" algn="l" rtl="0" eaLnBrk="1" fontAlgn="base" hangingPunct="1">
        <a:spcBef>
          <a:spcPct val="20000"/>
        </a:spcBef>
        <a:spcAft>
          <a:spcPct val="0"/>
        </a:spcAft>
        <a:buClr>
          <a:schemeClr val="accent1"/>
        </a:buClr>
        <a:buSzPct val="50000"/>
        <a:buFont typeface="Wingdings" panose="05000000000000000000" pitchFamily="2" charset="2"/>
        <a:buChar char="n"/>
        <a:defRPr kumimoji="1" sz="1500">
          <a:solidFill>
            <a:schemeClr val="tx1"/>
          </a:solidFill>
          <a:latin typeface="+mn-lt"/>
          <a:ea typeface="+mn-ea"/>
        </a:defRPr>
      </a:lvl8pPr>
      <a:lvl9pPr marL="2914505" indent="-171442" algn="l" rtl="0" eaLnBrk="1" fontAlgn="base" hangingPunct="1">
        <a:spcBef>
          <a:spcPct val="20000"/>
        </a:spcBef>
        <a:spcAft>
          <a:spcPct val="0"/>
        </a:spcAft>
        <a:buClr>
          <a:schemeClr val="accent1"/>
        </a:buClr>
        <a:buSzPct val="50000"/>
        <a:buFont typeface="Wingdings" panose="05000000000000000000" pitchFamily="2" charset="2"/>
        <a:buChar char="n"/>
        <a:defRPr kumimoji="1" sz="1500">
          <a:solidFill>
            <a:schemeClr val="tx1"/>
          </a:solidFill>
          <a:latin typeface="+mn-lt"/>
          <a:ea typeface="+mn-ea"/>
        </a:defRPr>
      </a:lvl9pPr>
    </p:bodyStyle>
    <p:otherStyle>
      <a:defPPr>
        <a:defRPr lang="zh-CN"/>
      </a:defPPr>
      <a:lvl1pPr marL="0" algn="l" defTabSz="685766" rtl="0" eaLnBrk="1" latinLnBrk="0" hangingPunct="1">
        <a:defRPr sz="1350" kern="1200">
          <a:solidFill>
            <a:schemeClr val="tx1"/>
          </a:solidFill>
          <a:latin typeface="+mn-lt"/>
          <a:ea typeface="+mn-ea"/>
          <a:cs typeface="+mn-cs"/>
        </a:defRPr>
      </a:lvl1pPr>
      <a:lvl2pPr marL="342884" algn="l" defTabSz="685766" rtl="0" eaLnBrk="1" latinLnBrk="0" hangingPunct="1">
        <a:defRPr sz="1350" kern="1200">
          <a:solidFill>
            <a:schemeClr val="tx1"/>
          </a:solidFill>
          <a:latin typeface="+mn-lt"/>
          <a:ea typeface="+mn-ea"/>
          <a:cs typeface="+mn-cs"/>
        </a:defRPr>
      </a:lvl2pPr>
      <a:lvl3pPr marL="685766" algn="l" defTabSz="685766" rtl="0" eaLnBrk="1" latinLnBrk="0" hangingPunct="1">
        <a:defRPr sz="1350" kern="1200">
          <a:solidFill>
            <a:schemeClr val="tx1"/>
          </a:solidFill>
          <a:latin typeface="+mn-lt"/>
          <a:ea typeface="+mn-ea"/>
          <a:cs typeface="+mn-cs"/>
        </a:defRPr>
      </a:lvl3pPr>
      <a:lvl4pPr marL="1028649" algn="l" defTabSz="685766" rtl="0" eaLnBrk="1" latinLnBrk="0" hangingPunct="1">
        <a:defRPr sz="1350" kern="1200">
          <a:solidFill>
            <a:schemeClr val="tx1"/>
          </a:solidFill>
          <a:latin typeface="+mn-lt"/>
          <a:ea typeface="+mn-ea"/>
          <a:cs typeface="+mn-cs"/>
        </a:defRPr>
      </a:lvl4pPr>
      <a:lvl5pPr marL="1371532" algn="l" defTabSz="685766" rtl="0" eaLnBrk="1" latinLnBrk="0" hangingPunct="1">
        <a:defRPr sz="1350" kern="1200">
          <a:solidFill>
            <a:schemeClr val="tx1"/>
          </a:solidFill>
          <a:latin typeface="+mn-lt"/>
          <a:ea typeface="+mn-ea"/>
          <a:cs typeface="+mn-cs"/>
        </a:defRPr>
      </a:lvl5pPr>
      <a:lvl6pPr marL="1714415" algn="l" defTabSz="685766" rtl="0" eaLnBrk="1" latinLnBrk="0" hangingPunct="1">
        <a:defRPr sz="1350" kern="1200">
          <a:solidFill>
            <a:schemeClr val="tx1"/>
          </a:solidFill>
          <a:latin typeface="+mn-lt"/>
          <a:ea typeface="+mn-ea"/>
          <a:cs typeface="+mn-cs"/>
        </a:defRPr>
      </a:lvl6pPr>
      <a:lvl7pPr marL="2057297" algn="l" defTabSz="685766" rtl="0" eaLnBrk="1" latinLnBrk="0" hangingPunct="1">
        <a:defRPr sz="1350" kern="1200">
          <a:solidFill>
            <a:schemeClr val="tx1"/>
          </a:solidFill>
          <a:latin typeface="+mn-lt"/>
          <a:ea typeface="+mn-ea"/>
          <a:cs typeface="+mn-cs"/>
        </a:defRPr>
      </a:lvl7pPr>
      <a:lvl8pPr marL="2400180" algn="l" defTabSz="685766" rtl="0" eaLnBrk="1" latinLnBrk="0" hangingPunct="1">
        <a:defRPr sz="1350" kern="1200">
          <a:solidFill>
            <a:schemeClr val="tx1"/>
          </a:solidFill>
          <a:latin typeface="+mn-lt"/>
          <a:ea typeface="+mn-ea"/>
          <a:cs typeface="+mn-cs"/>
        </a:defRPr>
      </a:lvl8pPr>
      <a:lvl9pPr marL="2743064" algn="l" defTabSz="685766"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 xmlns:a16="http://schemas.microsoft.com/office/drawing/2014/main" id="{FA478220-5F10-3448-53B0-A082ACF36790}"/>
              </a:ext>
            </a:extLst>
          </p:cNvPr>
          <p:cNvSpPr>
            <a:spLocks noGrp="1"/>
          </p:cNvSpPr>
          <p:nvPr>
            <p:ph type="title"/>
          </p:nvPr>
        </p:nvSpPr>
        <p:spPr>
          <a:xfrm>
            <a:off x="1042988" y="225431"/>
            <a:ext cx="7850187" cy="746125"/>
          </a:xfrm>
        </p:spPr>
        <p:txBody>
          <a:bodyPr/>
          <a:lstStyle/>
          <a:p>
            <a:r>
              <a:rPr lang="zh-CN" altLang="en-US" dirty="0" smtClean="0"/>
              <a:t>第</a:t>
            </a:r>
            <a:r>
              <a:rPr lang="en-US" altLang="zh-CN" dirty="0" smtClean="0"/>
              <a:t>2</a:t>
            </a:r>
            <a:r>
              <a:rPr lang="zh-CN" altLang="en-US" dirty="0" smtClean="0"/>
              <a:t>章 操作系统结构</a:t>
            </a:r>
            <a:endParaRPr lang="zh-CN" altLang="en-US" dirty="0"/>
          </a:p>
        </p:txBody>
      </p:sp>
      <p:sp>
        <p:nvSpPr>
          <p:cNvPr id="3" name="内容占位符 2">
            <a:extLst>
              <a:ext uri="{FF2B5EF4-FFF2-40B4-BE49-F238E27FC236}">
                <a16:creationId xmlns="" xmlns:a16="http://schemas.microsoft.com/office/drawing/2014/main" id="{AD7B2C0A-B2D8-3755-E6C0-89A613AD7E93}"/>
              </a:ext>
            </a:extLst>
          </p:cNvPr>
          <p:cNvSpPr>
            <a:spLocks noGrp="1"/>
          </p:cNvSpPr>
          <p:nvPr>
            <p:ph idx="1"/>
          </p:nvPr>
        </p:nvSpPr>
        <p:spPr>
          <a:xfrm>
            <a:off x="935038" y="1233488"/>
            <a:ext cx="7772400" cy="4895850"/>
          </a:xfrm>
        </p:spPr>
        <p:txBody>
          <a:bodyPr>
            <a:normAutofit/>
          </a:bodyPr>
          <a:lstStyle/>
          <a:p>
            <a:r>
              <a:rPr lang="zh-CN" altLang="en-US" dirty="0"/>
              <a:t>本章内容</a:t>
            </a:r>
            <a:endParaRPr lang="en-US" altLang="zh-CN" dirty="0"/>
          </a:p>
          <a:p>
            <a:r>
              <a:rPr lang="en-US" altLang="zh-CN" dirty="0">
                <a:solidFill>
                  <a:srgbClr val="FF0000"/>
                </a:solidFill>
              </a:rPr>
              <a:t>1.</a:t>
            </a:r>
            <a:r>
              <a:rPr lang="zh-CN" altLang="en-US" dirty="0">
                <a:solidFill>
                  <a:srgbClr val="FF0000"/>
                </a:solidFill>
              </a:rPr>
              <a:t> </a:t>
            </a:r>
            <a:r>
              <a:rPr lang="zh-CN" altLang="en-US" dirty="0" smtClean="0">
                <a:solidFill>
                  <a:srgbClr val="FF0000"/>
                </a:solidFill>
              </a:rPr>
              <a:t>功能概述</a:t>
            </a:r>
            <a:endParaRPr lang="zh-CN" altLang="zh-CN" dirty="0">
              <a:solidFill>
                <a:srgbClr val="FF0000"/>
              </a:solidFill>
            </a:endParaRPr>
          </a:p>
          <a:p>
            <a:r>
              <a:rPr lang="en-US" altLang="zh-CN" dirty="0"/>
              <a:t>2.</a:t>
            </a:r>
            <a:r>
              <a:rPr lang="zh-CN" altLang="en-US" dirty="0"/>
              <a:t> </a:t>
            </a:r>
            <a:r>
              <a:rPr lang="zh-CN" altLang="en-US" dirty="0" smtClean="0"/>
              <a:t>用户接口</a:t>
            </a:r>
            <a:endParaRPr lang="zh-CN" altLang="zh-CN" dirty="0"/>
          </a:p>
          <a:p>
            <a:r>
              <a:rPr lang="en-US" altLang="zh-CN" dirty="0"/>
              <a:t>3.</a:t>
            </a:r>
            <a:r>
              <a:rPr lang="zh-CN" altLang="en-US" dirty="0"/>
              <a:t> </a:t>
            </a:r>
            <a:r>
              <a:rPr lang="zh-CN" altLang="en-US" dirty="0" smtClean="0"/>
              <a:t>系统调用</a:t>
            </a:r>
            <a:endParaRPr lang="en-US" altLang="zh-CN" dirty="0"/>
          </a:p>
          <a:p>
            <a:r>
              <a:rPr lang="en-US" altLang="zh-CN" dirty="0"/>
              <a:t>4.</a:t>
            </a:r>
            <a:r>
              <a:rPr lang="zh-CN" altLang="en-US" dirty="0"/>
              <a:t> </a:t>
            </a:r>
            <a:r>
              <a:rPr lang="zh-CN" altLang="en-US" dirty="0" smtClean="0"/>
              <a:t>系统服务</a:t>
            </a:r>
            <a:endParaRPr lang="en-US" altLang="zh-CN" dirty="0" smtClean="0"/>
          </a:p>
          <a:p>
            <a:r>
              <a:rPr lang="en-US" altLang="zh-CN" dirty="0" smtClean="0"/>
              <a:t>5. </a:t>
            </a:r>
            <a:r>
              <a:rPr lang="zh-CN" altLang="en-US" dirty="0" smtClean="0"/>
              <a:t>操作系统结构</a:t>
            </a:r>
            <a:endParaRPr lang="en-US" altLang="zh-CN" dirty="0"/>
          </a:p>
        </p:txBody>
      </p:sp>
      <p:sp>
        <p:nvSpPr>
          <p:cNvPr id="4" name="灯片编号占位符 3">
            <a:extLst>
              <a:ext uri="{FF2B5EF4-FFF2-40B4-BE49-F238E27FC236}">
                <a16:creationId xmlns="" xmlns:a16="http://schemas.microsoft.com/office/drawing/2014/main" id="{F5A8B553-02AE-2219-C59A-8B5B36D12789}"/>
              </a:ext>
            </a:extLst>
          </p:cNvPr>
          <p:cNvSpPr>
            <a:spLocks noGrp="1"/>
          </p:cNvSpPr>
          <p:nvPr>
            <p:ph type="sldNum" sz="quarter" idx="12"/>
          </p:nvPr>
        </p:nvSpPr>
        <p:spPr>
          <a:xfrm>
            <a:off x="6781800" y="6324600"/>
            <a:ext cx="1905000" cy="457200"/>
          </a:xfrm>
        </p:spPr>
        <p:txBody>
          <a:bodyPr/>
          <a:lstStyle/>
          <a:p>
            <a:fld id="{4093CC90-4002-504C-BD88-C9A1D374048E}" type="slidenum">
              <a:rPr lang="zh-CN" altLang="en-US" smtClean="0"/>
              <a:pPr/>
              <a:t>1</a:t>
            </a:fld>
            <a:endParaRPr lang="zh-CN" altLang="en-US" dirty="0"/>
          </a:p>
        </p:txBody>
      </p:sp>
    </p:spTree>
    <p:extLst>
      <p:ext uri="{BB962C8B-B14F-4D97-AF65-F5344CB8AC3E}">
        <p14:creationId xmlns:p14="http://schemas.microsoft.com/office/powerpoint/2010/main" val="98443243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操作系统提供的功能</a:t>
            </a:r>
          </a:p>
        </p:txBody>
      </p:sp>
      <p:sp>
        <p:nvSpPr>
          <p:cNvPr id="4" name="灯片编号占位符 3"/>
          <p:cNvSpPr>
            <a:spLocks noGrp="1"/>
          </p:cNvSpPr>
          <p:nvPr>
            <p:ph type="sldNum" sz="quarter" idx="12"/>
          </p:nvPr>
        </p:nvSpPr>
        <p:spPr/>
        <p:txBody>
          <a:bodyPr/>
          <a:lstStyle/>
          <a:p>
            <a:fld id="{4093CC90-4002-504C-BD88-C9A1D374048E}" type="slidenum">
              <a:rPr lang="zh-CN" altLang="en-US" smtClean="0"/>
              <a:pPr/>
              <a:t>2</a:t>
            </a:fld>
            <a:endParaRPr lang="zh-CN" altLang="en-US" dirty="0"/>
          </a:p>
        </p:txBody>
      </p:sp>
      <p:pic>
        <p:nvPicPr>
          <p:cNvPr id="3" name="图片 2"/>
          <p:cNvPicPr>
            <a:picLocks noChangeAspect="1"/>
          </p:cNvPicPr>
          <p:nvPr/>
        </p:nvPicPr>
        <p:blipFill>
          <a:blip r:embed="rId2"/>
          <a:stretch>
            <a:fillRect/>
          </a:stretch>
        </p:blipFill>
        <p:spPr>
          <a:xfrm>
            <a:off x="1042988" y="1888334"/>
            <a:ext cx="7015163" cy="3519488"/>
          </a:xfrm>
          <a:prstGeom prst="rect">
            <a:avLst/>
          </a:prstGeom>
        </p:spPr>
      </p:pic>
    </p:spTree>
    <p:extLst>
      <p:ext uri="{BB962C8B-B14F-4D97-AF65-F5344CB8AC3E}">
        <p14:creationId xmlns:p14="http://schemas.microsoft.com/office/powerpoint/2010/main" val="58155093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操作系统提供的功能</a:t>
            </a:r>
          </a:p>
        </p:txBody>
      </p:sp>
      <p:sp>
        <p:nvSpPr>
          <p:cNvPr id="3" name="内容占位符 2"/>
          <p:cNvSpPr>
            <a:spLocks noGrp="1"/>
          </p:cNvSpPr>
          <p:nvPr>
            <p:ph idx="1"/>
          </p:nvPr>
        </p:nvSpPr>
        <p:spPr/>
        <p:txBody>
          <a:bodyPr/>
          <a:lstStyle/>
          <a:p>
            <a:r>
              <a:rPr lang="zh-CN" altLang="en-US" dirty="0">
                <a:solidFill>
                  <a:srgbClr val="FF0000"/>
                </a:solidFill>
              </a:rPr>
              <a:t>用户接口</a:t>
            </a:r>
            <a:r>
              <a:rPr lang="zh-CN" altLang="en-US" dirty="0"/>
              <a:t>：包括命令行接口、批处理接口及图形用户接口</a:t>
            </a:r>
          </a:p>
          <a:p>
            <a:r>
              <a:rPr lang="zh-CN" altLang="en-US" dirty="0">
                <a:solidFill>
                  <a:srgbClr val="FF0000"/>
                </a:solidFill>
              </a:rPr>
              <a:t>程序执行</a:t>
            </a:r>
            <a:r>
              <a:rPr lang="zh-CN" altLang="en-US" dirty="0"/>
              <a:t>：将程序装入内存并运行程序</a:t>
            </a:r>
          </a:p>
          <a:p>
            <a:r>
              <a:rPr lang="en-US" altLang="zh-CN" dirty="0">
                <a:solidFill>
                  <a:srgbClr val="FF0000"/>
                </a:solidFill>
              </a:rPr>
              <a:t>I/O</a:t>
            </a:r>
            <a:r>
              <a:rPr lang="zh-CN" altLang="en-US" dirty="0">
                <a:solidFill>
                  <a:srgbClr val="FF0000"/>
                </a:solidFill>
              </a:rPr>
              <a:t>操作</a:t>
            </a:r>
            <a:r>
              <a:rPr lang="zh-CN" altLang="en-US" dirty="0"/>
              <a:t>：操作系统必须提供完成</a:t>
            </a:r>
            <a:r>
              <a:rPr lang="en-US" altLang="zh-CN" dirty="0"/>
              <a:t>I/O</a:t>
            </a:r>
            <a:r>
              <a:rPr lang="zh-CN" altLang="en-US" dirty="0"/>
              <a:t>操作的手段</a:t>
            </a:r>
          </a:p>
          <a:p>
            <a:r>
              <a:rPr lang="zh-CN" altLang="en-US" dirty="0">
                <a:solidFill>
                  <a:srgbClr val="FF0000"/>
                </a:solidFill>
              </a:rPr>
              <a:t>文件系统操纵</a:t>
            </a:r>
            <a:r>
              <a:rPr lang="zh-CN" altLang="en-US" dirty="0"/>
              <a:t>：让程序能够读、写、创建和删除文件</a:t>
            </a:r>
          </a:p>
          <a:p>
            <a:r>
              <a:rPr lang="zh-CN" altLang="en-US" dirty="0">
                <a:solidFill>
                  <a:srgbClr val="FF0000"/>
                </a:solidFill>
              </a:rPr>
              <a:t>通信</a:t>
            </a:r>
            <a:r>
              <a:rPr lang="zh-CN" altLang="en-US" dirty="0"/>
              <a:t>：进程间交换信息</a:t>
            </a:r>
          </a:p>
        </p:txBody>
      </p:sp>
      <p:sp>
        <p:nvSpPr>
          <p:cNvPr id="4" name="灯片编号占位符 3"/>
          <p:cNvSpPr>
            <a:spLocks noGrp="1"/>
          </p:cNvSpPr>
          <p:nvPr>
            <p:ph type="sldNum" sz="quarter" idx="12"/>
          </p:nvPr>
        </p:nvSpPr>
        <p:spPr/>
        <p:txBody>
          <a:bodyPr/>
          <a:lstStyle/>
          <a:p>
            <a:fld id="{4093CC90-4002-504C-BD88-C9A1D374048E}" type="slidenum">
              <a:rPr lang="zh-CN" altLang="en-US" smtClean="0"/>
              <a:pPr/>
              <a:t>3</a:t>
            </a:fld>
            <a:endParaRPr lang="zh-CN" altLang="en-US" dirty="0"/>
          </a:p>
        </p:txBody>
      </p:sp>
    </p:spTree>
    <p:extLst>
      <p:ext uri="{BB962C8B-B14F-4D97-AF65-F5344CB8AC3E}">
        <p14:creationId xmlns:p14="http://schemas.microsoft.com/office/powerpoint/2010/main" val="385560301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操作系统提供</a:t>
            </a:r>
            <a:r>
              <a:rPr lang="zh-CN" altLang="en-US" dirty="0" smtClean="0"/>
              <a:t>的功能</a:t>
            </a:r>
            <a:endParaRPr lang="zh-CN" altLang="en-US" dirty="0"/>
          </a:p>
        </p:txBody>
      </p:sp>
      <p:sp>
        <p:nvSpPr>
          <p:cNvPr id="3" name="内容占位符 2"/>
          <p:cNvSpPr>
            <a:spLocks noGrp="1"/>
          </p:cNvSpPr>
          <p:nvPr>
            <p:ph idx="1"/>
          </p:nvPr>
        </p:nvSpPr>
        <p:spPr/>
        <p:txBody>
          <a:bodyPr/>
          <a:lstStyle/>
          <a:p>
            <a:r>
              <a:rPr lang="zh-CN" altLang="en-US" dirty="0">
                <a:solidFill>
                  <a:srgbClr val="FF0000"/>
                </a:solidFill>
              </a:rPr>
              <a:t>错误检测</a:t>
            </a:r>
            <a:r>
              <a:rPr lang="zh-CN" altLang="en-US" dirty="0"/>
              <a:t>：通过检测错误确保正确运算</a:t>
            </a:r>
          </a:p>
          <a:p>
            <a:r>
              <a:rPr lang="zh-CN" altLang="en-US" dirty="0">
                <a:solidFill>
                  <a:srgbClr val="FF0000"/>
                </a:solidFill>
              </a:rPr>
              <a:t>资源分配</a:t>
            </a:r>
            <a:r>
              <a:rPr lang="zh-CN" altLang="en-US" dirty="0"/>
              <a:t>：把资源分配给同时运行的作业</a:t>
            </a:r>
          </a:p>
          <a:p>
            <a:r>
              <a:rPr lang="zh-CN" altLang="en-US" dirty="0">
                <a:solidFill>
                  <a:srgbClr val="FF0000"/>
                </a:solidFill>
              </a:rPr>
              <a:t>统计</a:t>
            </a:r>
            <a:r>
              <a:rPr lang="zh-CN" altLang="en-US" dirty="0"/>
              <a:t>：记录用户使用资源的类型及数量</a:t>
            </a:r>
          </a:p>
          <a:p>
            <a:r>
              <a:rPr lang="zh-CN" altLang="en-US" dirty="0">
                <a:solidFill>
                  <a:srgbClr val="FF0000"/>
                </a:solidFill>
              </a:rPr>
              <a:t>保护和安全</a:t>
            </a:r>
            <a:r>
              <a:rPr lang="zh-CN" altLang="en-US" dirty="0"/>
              <a:t>：确保所有对资源的访问是受控的且系统不受外界侵犯</a:t>
            </a:r>
          </a:p>
        </p:txBody>
      </p:sp>
      <p:sp>
        <p:nvSpPr>
          <p:cNvPr id="4" name="灯片编号占位符 3"/>
          <p:cNvSpPr>
            <a:spLocks noGrp="1"/>
          </p:cNvSpPr>
          <p:nvPr>
            <p:ph type="sldNum" sz="quarter" idx="12"/>
          </p:nvPr>
        </p:nvSpPr>
        <p:spPr/>
        <p:txBody>
          <a:bodyPr/>
          <a:lstStyle/>
          <a:p>
            <a:fld id="{4093CC90-4002-504C-BD88-C9A1D374048E}" type="slidenum">
              <a:rPr lang="zh-CN" altLang="en-US" smtClean="0"/>
              <a:pPr/>
              <a:t>4</a:t>
            </a:fld>
            <a:endParaRPr lang="zh-CN" altLang="en-US" dirty="0"/>
          </a:p>
        </p:txBody>
      </p:sp>
    </p:spTree>
    <p:extLst>
      <p:ext uri="{BB962C8B-B14F-4D97-AF65-F5344CB8AC3E}">
        <p14:creationId xmlns:p14="http://schemas.microsoft.com/office/powerpoint/2010/main" val="78235856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 xmlns:a16="http://schemas.microsoft.com/office/drawing/2014/main" id="{FA478220-5F10-3448-53B0-A082ACF36790}"/>
              </a:ext>
            </a:extLst>
          </p:cNvPr>
          <p:cNvSpPr>
            <a:spLocks noGrp="1"/>
          </p:cNvSpPr>
          <p:nvPr>
            <p:ph type="title"/>
          </p:nvPr>
        </p:nvSpPr>
        <p:spPr>
          <a:xfrm>
            <a:off x="1042988" y="225431"/>
            <a:ext cx="7850187" cy="746125"/>
          </a:xfrm>
        </p:spPr>
        <p:txBody>
          <a:bodyPr/>
          <a:lstStyle/>
          <a:p>
            <a:r>
              <a:rPr lang="zh-CN" altLang="en-US" dirty="0" smtClean="0"/>
              <a:t>第</a:t>
            </a:r>
            <a:r>
              <a:rPr lang="en-US" altLang="zh-CN" dirty="0" smtClean="0"/>
              <a:t>2</a:t>
            </a:r>
            <a:r>
              <a:rPr lang="zh-CN" altLang="en-US" dirty="0" smtClean="0"/>
              <a:t>章 操作系统结构</a:t>
            </a:r>
            <a:endParaRPr lang="zh-CN" altLang="en-US" dirty="0"/>
          </a:p>
        </p:txBody>
      </p:sp>
      <p:sp>
        <p:nvSpPr>
          <p:cNvPr id="3" name="内容占位符 2">
            <a:extLst>
              <a:ext uri="{FF2B5EF4-FFF2-40B4-BE49-F238E27FC236}">
                <a16:creationId xmlns="" xmlns:a16="http://schemas.microsoft.com/office/drawing/2014/main" id="{AD7B2C0A-B2D8-3755-E6C0-89A613AD7E93}"/>
              </a:ext>
            </a:extLst>
          </p:cNvPr>
          <p:cNvSpPr>
            <a:spLocks noGrp="1"/>
          </p:cNvSpPr>
          <p:nvPr>
            <p:ph idx="1"/>
          </p:nvPr>
        </p:nvSpPr>
        <p:spPr>
          <a:xfrm>
            <a:off x="935038" y="1233488"/>
            <a:ext cx="7772400" cy="4895850"/>
          </a:xfrm>
        </p:spPr>
        <p:txBody>
          <a:bodyPr>
            <a:normAutofit/>
          </a:bodyPr>
          <a:lstStyle/>
          <a:p>
            <a:r>
              <a:rPr lang="zh-CN" altLang="en-US" dirty="0"/>
              <a:t>本章内容</a:t>
            </a:r>
            <a:endParaRPr lang="en-US" altLang="zh-CN" dirty="0"/>
          </a:p>
          <a:p>
            <a:r>
              <a:rPr lang="en-US" altLang="zh-CN" dirty="0"/>
              <a:t>1.</a:t>
            </a:r>
            <a:r>
              <a:rPr lang="zh-CN" altLang="en-US" dirty="0"/>
              <a:t> </a:t>
            </a:r>
            <a:r>
              <a:rPr lang="zh-CN" altLang="en-US" dirty="0" smtClean="0"/>
              <a:t>功能概述</a:t>
            </a:r>
            <a:endParaRPr lang="zh-CN" altLang="zh-CN" dirty="0"/>
          </a:p>
          <a:p>
            <a:r>
              <a:rPr lang="en-US" altLang="zh-CN" dirty="0">
                <a:solidFill>
                  <a:srgbClr val="FF0000"/>
                </a:solidFill>
              </a:rPr>
              <a:t>2.</a:t>
            </a:r>
            <a:r>
              <a:rPr lang="zh-CN" altLang="en-US" dirty="0">
                <a:solidFill>
                  <a:srgbClr val="FF0000"/>
                </a:solidFill>
              </a:rPr>
              <a:t> </a:t>
            </a:r>
            <a:r>
              <a:rPr lang="zh-CN" altLang="en-US" dirty="0" smtClean="0">
                <a:solidFill>
                  <a:srgbClr val="FF0000"/>
                </a:solidFill>
              </a:rPr>
              <a:t>用户接口</a:t>
            </a:r>
            <a:endParaRPr lang="zh-CN" altLang="zh-CN" dirty="0">
              <a:solidFill>
                <a:srgbClr val="FF0000"/>
              </a:solidFill>
            </a:endParaRPr>
          </a:p>
          <a:p>
            <a:r>
              <a:rPr lang="en-US" altLang="zh-CN" dirty="0"/>
              <a:t>3.</a:t>
            </a:r>
            <a:r>
              <a:rPr lang="zh-CN" altLang="en-US" dirty="0"/>
              <a:t> </a:t>
            </a:r>
            <a:r>
              <a:rPr lang="zh-CN" altLang="en-US" dirty="0" smtClean="0"/>
              <a:t>系统调用</a:t>
            </a:r>
            <a:endParaRPr lang="en-US" altLang="zh-CN" dirty="0"/>
          </a:p>
          <a:p>
            <a:r>
              <a:rPr lang="en-US" altLang="zh-CN" dirty="0"/>
              <a:t>4.</a:t>
            </a:r>
            <a:r>
              <a:rPr lang="zh-CN" altLang="en-US" dirty="0"/>
              <a:t> </a:t>
            </a:r>
            <a:r>
              <a:rPr lang="zh-CN" altLang="en-US" dirty="0" smtClean="0"/>
              <a:t>系统服务</a:t>
            </a:r>
            <a:endParaRPr lang="en-US" altLang="zh-CN" dirty="0" smtClean="0"/>
          </a:p>
          <a:p>
            <a:r>
              <a:rPr lang="en-US" altLang="zh-CN" dirty="0" smtClean="0"/>
              <a:t>5. </a:t>
            </a:r>
            <a:r>
              <a:rPr lang="zh-CN" altLang="en-US" dirty="0" smtClean="0"/>
              <a:t>操作系统结构</a:t>
            </a:r>
            <a:endParaRPr lang="en-US" altLang="zh-CN" dirty="0"/>
          </a:p>
        </p:txBody>
      </p:sp>
      <p:sp>
        <p:nvSpPr>
          <p:cNvPr id="4" name="灯片编号占位符 3">
            <a:extLst>
              <a:ext uri="{FF2B5EF4-FFF2-40B4-BE49-F238E27FC236}">
                <a16:creationId xmlns="" xmlns:a16="http://schemas.microsoft.com/office/drawing/2014/main" id="{F5A8B553-02AE-2219-C59A-8B5B36D12789}"/>
              </a:ext>
            </a:extLst>
          </p:cNvPr>
          <p:cNvSpPr>
            <a:spLocks noGrp="1"/>
          </p:cNvSpPr>
          <p:nvPr>
            <p:ph type="sldNum" sz="quarter" idx="12"/>
          </p:nvPr>
        </p:nvSpPr>
        <p:spPr>
          <a:xfrm>
            <a:off x="6781800" y="6324600"/>
            <a:ext cx="1905000" cy="457200"/>
          </a:xfrm>
        </p:spPr>
        <p:txBody>
          <a:bodyPr/>
          <a:lstStyle/>
          <a:p>
            <a:fld id="{4093CC90-4002-504C-BD88-C9A1D374048E}" type="slidenum">
              <a:rPr lang="zh-CN" altLang="en-US" smtClean="0"/>
              <a:pPr/>
              <a:t>5</a:t>
            </a:fld>
            <a:endParaRPr lang="zh-CN" altLang="en-US" dirty="0"/>
          </a:p>
        </p:txBody>
      </p:sp>
    </p:spTree>
    <p:extLst>
      <p:ext uri="{BB962C8B-B14F-4D97-AF65-F5344CB8AC3E}">
        <p14:creationId xmlns:p14="http://schemas.microsoft.com/office/powerpoint/2010/main" val="216243503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操作系统的接口</a:t>
            </a:r>
          </a:p>
        </p:txBody>
      </p:sp>
      <p:sp>
        <p:nvSpPr>
          <p:cNvPr id="3" name="内容占位符 2"/>
          <p:cNvSpPr>
            <a:spLocks noGrp="1"/>
          </p:cNvSpPr>
          <p:nvPr>
            <p:ph idx="1"/>
          </p:nvPr>
        </p:nvSpPr>
        <p:spPr/>
        <p:txBody>
          <a:bodyPr/>
          <a:lstStyle/>
          <a:p>
            <a:r>
              <a:rPr lang="zh-CN" altLang="en-US" dirty="0"/>
              <a:t>操作系统向用户提供了各种使用其服务功能的手段，即提供了操作系统</a:t>
            </a:r>
            <a:r>
              <a:rPr lang="zh-CN" altLang="en-US" dirty="0" smtClean="0"/>
              <a:t>接口</a:t>
            </a:r>
            <a:endParaRPr lang="zh-CN" altLang="en-US" dirty="0"/>
          </a:p>
          <a:p>
            <a:r>
              <a:rPr lang="zh-CN" altLang="en-US" dirty="0"/>
              <a:t>操作系统向用户提供的</a:t>
            </a:r>
            <a:r>
              <a:rPr lang="zh-CN" altLang="en-US" dirty="0" smtClean="0"/>
              <a:t>接口</a:t>
            </a:r>
            <a:endParaRPr lang="zh-CN" altLang="en-US" dirty="0"/>
          </a:p>
          <a:p>
            <a:pPr lvl="1"/>
            <a:r>
              <a:rPr lang="zh-CN" altLang="en-US" dirty="0"/>
              <a:t>命令接口</a:t>
            </a:r>
          </a:p>
          <a:p>
            <a:pPr lvl="1"/>
            <a:r>
              <a:rPr lang="zh-CN" altLang="en-US" dirty="0"/>
              <a:t>图形接口</a:t>
            </a:r>
          </a:p>
          <a:p>
            <a:pPr lvl="1"/>
            <a:r>
              <a:rPr lang="zh-CN" altLang="en-US" dirty="0"/>
              <a:t>程序接口</a:t>
            </a:r>
          </a:p>
        </p:txBody>
      </p:sp>
      <p:sp>
        <p:nvSpPr>
          <p:cNvPr id="4" name="灯片编号占位符 3"/>
          <p:cNvSpPr>
            <a:spLocks noGrp="1"/>
          </p:cNvSpPr>
          <p:nvPr>
            <p:ph type="sldNum" sz="quarter" idx="12"/>
          </p:nvPr>
        </p:nvSpPr>
        <p:spPr/>
        <p:txBody>
          <a:bodyPr/>
          <a:lstStyle/>
          <a:p>
            <a:fld id="{4093CC90-4002-504C-BD88-C9A1D374048E}" type="slidenum">
              <a:rPr lang="zh-CN" altLang="en-US" smtClean="0"/>
              <a:pPr/>
              <a:t>6</a:t>
            </a:fld>
            <a:endParaRPr lang="zh-CN" altLang="en-US" dirty="0"/>
          </a:p>
        </p:txBody>
      </p:sp>
    </p:spTree>
    <p:extLst>
      <p:ext uri="{BB962C8B-B14F-4D97-AF65-F5344CB8AC3E}">
        <p14:creationId xmlns:p14="http://schemas.microsoft.com/office/powerpoint/2010/main" val="222689975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命令解释程序</a:t>
            </a:r>
          </a:p>
        </p:txBody>
      </p:sp>
      <p:sp>
        <p:nvSpPr>
          <p:cNvPr id="3" name="内容占位符 2"/>
          <p:cNvSpPr>
            <a:spLocks noGrp="1"/>
          </p:cNvSpPr>
          <p:nvPr>
            <p:ph idx="1"/>
          </p:nvPr>
        </p:nvSpPr>
        <p:spPr/>
        <p:txBody>
          <a:bodyPr/>
          <a:lstStyle/>
          <a:p>
            <a:r>
              <a:rPr lang="zh-CN" altLang="en-US" dirty="0"/>
              <a:t>用命令接口进行作业控制的主要</a:t>
            </a:r>
            <a:r>
              <a:rPr lang="zh-CN" altLang="en-US" dirty="0" smtClean="0"/>
              <a:t>方式</a:t>
            </a:r>
            <a:endParaRPr lang="zh-CN" altLang="en-US" dirty="0"/>
          </a:p>
          <a:p>
            <a:pPr lvl="1"/>
            <a:r>
              <a:rPr lang="zh-CN" altLang="en-US" dirty="0">
                <a:solidFill>
                  <a:srgbClr val="FF0000"/>
                </a:solidFill>
              </a:rPr>
              <a:t>脱机控制方式</a:t>
            </a:r>
            <a:r>
              <a:rPr lang="zh-CN" altLang="en-US" dirty="0"/>
              <a:t>：用户将对作业的控制要求以作业控制说明书的方式提交给系统，由系统按照作业说明书的规定控制作业的</a:t>
            </a:r>
            <a:r>
              <a:rPr lang="zh-CN" altLang="en-US" dirty="0" smtClean="0"/>
              <a:t>执行</a:t>
            </a:r>
            <a:endParaRPr lang="zh-CN" altLang="en-US" dirty="0"/>
          </a:p>
          <a:p>
            <a:pPr lvl="1"/>
            <a:r>
              <a:rPr lang="zh-CN" altLang="en-US" dirty="0">
                <a:solidFill>
                  <a:srgbClr val="FF0000"/>
                </a:solidFill>
              </a:rPr>
              <a:t>联机控制方式</a:t>
            </a:r>
            <a:r>
              <a:rPr lang="zh-CN" altLang="en-US" dirty="0"/>
              <a:t>：指用户利用系统提供的一组键盘命令或其他操作命令和系统会话，交互式地控制程序的</a:t>
            </a:r>
            <a:r>
              <a:rPr lang="zh-CN" altLang="en-US" dirty="0" smtClean="0"/>
              <a:t>执行</a:t>
            </a:r>
            <a:endParaRPr lang="zh-CN" altLang="en-US" dirty="0"/>
          </a:p>
        </p:txBody>
      </p:sp>
      <p:sp>
        <p:nvSpPr>
          <p:cNvPr id="4" name="灯片编号占位符 3"/>
          <p:cNvSpPr>
            <a:spLocks noGrp="1"/>
          </p:cNvSpPr>
          <p:nvPr>
            <p:ph type="sldNum" sz="quarter" idx="12"/>
          </p:nvPr>
        </p:nvSpPr>
        <p:spPr/>
        <p:txBody>
          <a:bodyPr/>
          <a:lstStyle/>
          <a:p>
            <a:fld id="{4093CC90-4002-504C-BD88-C9A1D374048E}" type="slidenum">
              <a:rPr lang="zh-CN" altLang="en-US" smtClean="0"/>
              <a:pPr/>
              <a:t>7</a:t>
            </a:fld>
            <a:endParaRPr lang="zh-CN" altLang="en-US" dirty="0"/>
          </a:p>
        </p:txBody>
      </p:sp>
    </p:spTree>
    <p:extLst>
      <p:ext uri="{BB962C8B-B14F-4D97-AF65-F5344CB8AC3E}">
        <p14:creationId xmlns:p14="http://schemas.microsoft.com/office/powerpoint/2010/main" val="23592071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联机命令接口</a:t>
            </a:r>
          </a:p>
        </p:txBody>
      </p:sp>
      <p:sp>
        <p:nvSpPr>
          <p:cNvPr id="3" name="内容占位符 2"/>
          <p:cNvSpPr>
            <a:spLocks noGrp="1"/>
          </p:cNvSpPr>
          <p:nvPr>
            <p:ph idx="1"/>
          </p:nvPr>
        </p:nvSpPr>
        <p:spPr/>
        <p:txBody>
          <a:bodyPr/>
          <a:lstStyle/>
          <a:p>
            <a:r>
              <a:rPr lang="zh-CN" altLang="en-US" dirty="0"/>
              <a:t>键盘命令可分为：</a:t>
            </a:r>
          </a:p>
          <a:p>
            <a:pPr lvl="1"/>
            <a:r>
              <a:rPr lang="zh-CN" altLang="en-US" dirty="0">
                <a:solidFill>
                  <a:srgbClr val="FF0000"/>
                </a:solidFill>
              </a:rPr>
              <a:t>内部命令</a:t>
            </a:r>
            <a:r>
              <a:rPr lang="zh-CN" altLang="en-US" dirty="0"/>
              <a:t>：命令功能简单、程序短小、使用频繁。它们在系统初始启动时被引导至内存并</a:t>
            </a:r>
            <a:r>
              <a:rPr lang="zh-CN" altLang="en-US" dirty="0">
                <a:solidFill>
                  <a:srgbClr val="FF0000"/>
                </a:solidFill>
              </a:rPr>
              <a:t>常驻</a:t>
            </a:r>
            <a:r>
              <a:rPr lang="zh-CN" altLang="en-US" dirty="0" smtClean="0">
                <a:solidFill>
                  <a:srgbClr val="FF0000"/>
                </a:solidFill>
              </a:rPr>
              <a:t>内存</a:t>
            </a:r>
            <a:endParaRPr lang="zh-CN" altLang="en-US" dirty="0">
              <a:solidFill>
                <a:srgbClr val="FF0000"/>
              </a:solidFill>
            </a:endParaRPr>
          </a:p>
          <a:p>
            <a:pPr lvl="1"/>
            <a:r>
              <a:rPr lang="zh-CN" altLang="en-US" dirty="0">
                <a:solidFill>
                  <a:srgbClr val="FF0000"/>
                </a:solidFill>
              </a:rPr>
              <a:t>外部命令</a:t>
            </a:r>
            <a:r>
              <a:rPr lang="zh-CN" altLang="en-US" dirty="0"/>
              <a:t>：命令功能较复杂、程序较长、独立作为一个</a:t>
            </a:r>
            <a:r>
              <a:rPr lang="zh-CN" altLang="en-US" dirty="0">
                <a:solidFill>
                  <a:srgbClr val="FF0000"/>
                </a:solidFill>
              </a:rPr>
              <a:t>文件</a:t>
            </a:r>
            <a:r>
              <a:rPr lang="zh-CN" altLang="en-US" dirty="0"/>
              <a:t>驻留在磁盘上，当需要它们时，再从磁盘上调入内存</a:t>
            </a:r>
            <a:r>
              <a:rPr lang="zh-CN" altLang="en-US" dirty="0" smtClean="0"/>
              <a:t>运行</a:t>
            </a:r>
            <a:endParaRPr lang="en-US" altLang="zh-CN" dirty="0" smtClean="0"/>
          </a:p>
          <a:p>
            <a:pPr lvl="2"/>
            <a:r>
              <a:rPr lang="en-US" altLang="zh-CN" dirty="0" smtClean="0"/>
              <a:t>PATH</a:t>
            </a:r>
            <a:r>
              <a:rPr lang="zh-CN" altLang="en-US" dirty="0" smtClean="0"/>
              <a:t>环境变量</a:t>
            </a:r>
            <a:endParaRPr lang="en-US" altLang="zh-CN" dirty="0" smtClean="0"/>
          </a:p>
        </p:txBody>
      </p:sp>
      <p:sp>
        <p:nvSpPr>
          <p:cNvPr id="4" name="灯片编号占位符 3"/>
          <p:cNvSpPr>
            <a:spLocks noGrp="1"/>
          </p:cNvSpPr>
          <p:nvPr>
            <p:ph type="sldNum" sz="quarter" idx="12"/>
          </p:nvPr>
        </p:nvSpPr>
        <p:spPr/>
        <p:txBody>
          <a:bodyPr/>
          <a:lstStyle/>
          <a:p>
            <a:fld id="{4093CC90-4002-504C-BD88-C9A1D374048E}" type="slidenum">
              <a:rPr lang="zh-CN" altLang="en-US" smtClean="0"/>
              <a:pPr/>
              <a:t>8</a:t>
            </a:fld>
            <a:endParaRPr lang="zh-CN" altLang="en-US" dirty="0"/>
          </a:p>
        </p:txBody>
      </p:sp>
    </p:spTree>
    <p:extLst>
      <p:ext uri="{BB962C8B-B14F-4D97-AF65-F5344CB8AC3E}">
        <p14:creationId xmlns:p14="http://schemas.microsoft.com/office/powerpoint/2010/main" val="93538536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脱机命令接口</a:t>
            </a:r>
          </a:p>
        </p:txBody>
      </p:sp>
      <p:sp>
        <p:nvSpPr>
          <p:cNvPr id="3" name="内容占位符 2"/>
          <p:cNvSpPr>
            <a:spLocks noGrp="1"/>
          </p:cNvSpPr>
          <p:nvPr>
            <p:ph idx="1"/>
          </p:nvPr>
        </p:nvSpPr>
        <p:spPr/>
        <p:txBody>
          <a:bodyPr/>
          <a:lstStyle/>
          <a:p>
            <a:r>
              <a:rPr lang="zh-CN" altLang="en-US" dirty="0"/>
              <a:t>脱机命令接口由</a:t>
            </a:r>
            <a:r>
              <a:rPr lang="zh-CN" altLang="en-US" dirty="0">
                <a:solidFill>
                  <a:srgbClr val="FF0000"/>
                </a:solidFill>
              </a:rPr>
              <a:t>一组</a:t>
            </a:r>
            <a:r>
              <a:rPr lang="zh-CN" altLang="en-US" dirty="0"/>
              <a:t>作业控制命令</a:t>
            </a:r>
            <a:r>
              <a:rPr lang="zh-CN" altLang="en-US" dirty="0" smtClean="0"/>
              <a:t>组成</a:t>
            </a:r>
            <a:endParaRPr lang="zh-CN" altLang="en-US" dirty="0"/>
          </a:p>
          <a:p>
            <a:pPr lvl="1"/>
            <a:r>
              <a:rPr lang="zh-CN" altLang="en-US" dirty="0"/>
              <a:t>脱机用户不能直接干预作业的运行，他们应事先用作业控制命令写一份</a:t>
            </a:r>
            <a:r>
              <a:rPr lang="zh-CN" altLang="en-US" dirty="0">
                <a:solidFill>
                  <a:srgbClr val="FF0000"/>
                </a:solidFill>
              </a:rPr>
              <a:t>作业操作说明书</a:t>
            </a:r>
            <a:r>
              <a:rPr lang="zh-CN" altLang="en-US" dirty="0"/>
              <a:t>，连同作业一起提交给</a:t>
            </a:r>
            <a:r>
              <a:rPr lang="zh-CN" altLang="en-US" dirty="0" smtClean="0"/>
              <a:t>系统</a:t>
            </a:r>
            <a:endParaRPr lang="zh-CN" altLang="en-US" dirty="0"/>
          </a:p>
          <a:p>
            <a:pPr lvl="1"/>
            <a:r>
              <a:rPr lang="zh-CN" altLang="en-US" dirty="0"/>
              <a:t>当系统调度到该作业时，由系统中的命令解释程序对作业说明书上的命令或作业控制语句逐条解释</a:t>
            </a:r>
            <a:r>
              <a:rPr lang="zh-CN" altLang="en-US" dirty="0" smtClean="0"/>
              <a:t>执行</a:t>
            </a:r>
            <a:endParaRPr lang="zh-CN" altLang="en-US" dirty="0"/>
          </a:p>
        </p:txBody>
      </p:sp>
      <p:sp>
        <p:nvSpPr>
          <p:cNvPr id="4" name="灯片编号占位符 3"/>
          <p:cNvSpPr>
            <a:spLocks noGrp="1"/>
          </p:cNvSpPr>
          <p:nvPr>
            <p:ph type="sldNum" sz="quarter" idx="12"/>
          </p:nvPr>
        </p:nvSpPr>
        <p:spPr/>
        <p:txBody>
          <a:bodyPr/>
          <a:lstStyle/>
          <a:p>
            <a:fld id="{4093CC90-4002-504C-BD88-C9A1D374048E}" type="slidenum">
              <a:rPr lang="zh-CN" altLang="en-US" smtClean="0"/>
              <a:pPr/>
              <a:t>9</a:t>
            </a:fld>
            <a:endParaRPr lang="zh-CN" altLang="en-US" dirty="0"/>
          </a:p>
        </p:txBody>
      </p:sp>
    </p:spTree>
    <p:extLst>
      <p:ext uri="{BB962C8B-B14F-4D97-AF65-F5344CB8AC3E}">
        <p14:creationId xmlns:p14="http://schemas.microsoft.com/office/powerpoint/2010/main" val="65116662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脱机命令接口</a:t>
            </a:r>
          </a:p>
        </p:txBody>
      </p:sp>
      <p:sp>
        <p:nvSpPr>
          <p:cNvPr id="3" name="内容占位符 2"/>
          <p:cNvSpPr>
            <a:spLocks noGrp="1"/>
          </p:cNvSpPr>
          <p:nvPr>
            <p:ph idx="1"/>
          </p:nvPr>
        </p:nvSpPr>
        <p:spPr/>
        <p:txBody>
          <a:bodyPr/>
          <a:lstStyle/>
          <a:p>
            <a:r>
              <a:rPr lang="zh-CN" altLang="en-US" dirty="0" smtClean="0"/>
              <a:t>例</a:t>
            </a:r>
            <a:endParaRPr lang="en-US" altLang="zh-CN" dirty="0" smtClean="0"/>
          </a:p>
        </p:txBody>
      </p:sp>
      <p:sp>
        <p:nvSpPr>
          <p:cNvPr id="4" name="灯片编号占位符 3"/>
          <p:cNvSpPr>
            <a:spLocks noGrp="1"/>
          </p:cNvSpPr>
          <p:nvPr>
            <p:ph type="sldNum" sz="quarter" idx="12"/>
          </p:nvPr>
        </p:nvSpPr>
        <p:spPr/>
        <p:txBody>
          <a:bodyPr/>
          <a:lstStyle/>
          <a:p>
            <a:fld id="{4093CC90-4002-504C-BD88-C9A1D374048E}" type="slidenum">
              <a:rPr lang="zh-CN" altLang="en-US" smtClean="0"/>
              <a:pPr/>
              <a:t>10</a:t>
            </a:fld>
            <a:endParaRPr lang="zh-CN" altLang="en-US" dirty="0"/>
          </a:p>
        </p:txBody>
      </p:sp>
      <p:sp>
        <p:nvSpPr>
          <p:cNvPr id="5" name="文本框 4"/>
          <p:cNvSpPr txBox="1"/>
          <p:nvPr/>
        </p:nvSpPr>
        <p:spPr>
          <a:xfrm>
            <a:off x="422999" y="2035523"/>
            <a:ext cx="8263801" cy="3539430"/>
          </a:xfrm>
          <a:prstGeom prst="rect">
            <a:avLst/>
          </a:prstGeom>
          <a:noFill/>
        </p:spPr>
        <p:txBody>
          <a:bodyPr wrap="none" rtlCol="0">
            <a:spAutoFit/>
          </a:bodyPr>
          <a:lstStyle/>
          <a:p>
            <a:r>
              <a:rPr lang="en-US" altLang="zh-CN" sz="1600" dirty="0">
                <a:latin typeface="Consolas" panose="020B0609020204030204" pitchFamily="49" charset="0"/>
              </a:rPr>
              <a:t>files=("</a:t>
            </a:r>
            <a:r>
              <a:rPr lang="en-US" altLang="zh-CN" sz="1600" dirty="0" err="1">
                <a:latin typeface="Consolas" panose="020B0609020204030204" pitchFamily="49" charset="0"/>
              </a:rPr>
              <a:t>dist</a:t>
            </a:r>
            <a:r>
              <a:rPr lang="en-US" altLang="zh-CN" sz="1600" dirty="0">
                <a:latin typeface="Consolas" panose="020B0609020204030204" pitchFamily="49" charset="0"/>
              </a:rPr>
              <a:t>" "ruoyi-admin.jar" "font" ......)</a:t>
            </a:r>
          </a:p>
          <a:p>
            <a:r>
              <a:rPr lang="en-US" altLang="zh-CN" sz="1600" dirty="0">
                <a:latin typeface="Consolas" panose="020B0609020204030204" pitchFamily="49" charset="0"/>
              </a:rPr>
              <a:t>for file in "${files[@]}"; do</a:t>
            </a:r>
          </a:p>
          <a:p>
            <a:r>
              <a:rPr lang="en-US" altLang="zh-CN" sz="1600" dirty="0">
                <a:latin typeface="Consolas" panose="020B0609020204030204" pitchFamily="49" charset="0"/>
              </a:rPr>
              <a:t>  ......</a:t>
            </a:r>
          </a:p>
          <a:p>
            <a:r>
              <a:rPr lang="en-US" altLang="zh-CN" sz="1600" dirty="0">
                <a:latin typeface="Consolas" panose="020B0609020204030204" pitchFamily="49" charset="0"/>
              </a:rPr>
              <a:t>  if [ -e "$file" ]; then</a:t>
            </a:r>
          </a:p>
          <a:p>
            <a:r>
              <a:rPr lang="en-US" altLang="zh-CN" sz="1600" dirty="0">
                <a:latin typeface="Consolas" panose="020B0609020204030204" pitchFamily="49" charset="0"/>
              </a:rPr>
              <a:t>    echo "check whether $file </a:t>
            </a:r>
            <a:r>
              <a:rPr lang="en-US" altLang="zh-CN" sz="1600" dirty="0" err="1">
                <a:latin typeface="Consolas" panose="020B0609020204030204" pitchFamily="49" charset="0"/>
              </a:rPr>
              <a:t>exists$spaces</a:t>
            </a:r>
            <a:r>
              <a:rPr lang="en-US" altLang="zh-CN" sz="1600" dirty="0">
                <a:latin typeface="Consolas" panose="020B0609020204030204" pitchFamily="49" charset="0"/>
              </a:rPr>
              <a:t> --------- [✓]"</a:t>
            </a:r>
          </a:p>
          <a:p>
            <a:r>
              <a:rPr lang="en-US" altLang="zh-CN" sz="1600" dirty="0">
                <a:latin typeface="Consolas" panose="020B0609020204030204" pitchFamily="49" charset="0"/>
              </a:rPr>
              <a:t>  else</a:t>
            </a:r>
          </a:p>
          <a:p>
            <a:r>
              <a:rPr lang="en-US" altLang="zh-CN" sz="1600" dirty="0">
                <a:latin typeface="Consolas" panose="020B0609020204030204" pitchFamily="49" charset="0"/>
              </a:rPr>
              <a:t>    ......</a:t>
            </a:r>
          </a:p>
          <a:p>
            <a:r>
              <a:rPr lang="en-US" altLang="zh-CN" sz="1600" dirty="0">
                <a:latin typeface="Consolas" panose="020B0609020204030204" pitchFamily="49" charset="0"/>
              </a:rPr>
              <a:t>  fi</a:t>
            </a:r>
          </a:p>
          <a:p>
            <a:r>
              <a:rPr lang="en-US" altLang="zh-CN" sz="1600" dirty="0">
                <a:latin typeface="Consolas" panose="020B0609020204030204" pitchFamily="49" charset="0"/>
              </a:rPr>
              <a:t>done</a:t>
            </a:r>
          </a:p>
          <a:p>
            <a:r>
              <a:rPr lang="en-US" altLang="zh-CN" sz="1600" dirty="0">
                <a:latin typeface="Consolas" panose="020B0609020204030204" pitchFamily="49" charset="0"/>
              </a:rPr>
              <a:t>......</a:t>
            </a:r>
          </a:p>
          <a:p>
            <a:r>
              <a:rPr lang="en-US" altLang="zh-CN" sz="1600" dirty="0" err="1">
                <a:latin typeface="Consolas" panose="020B0609020204030204" pitchFamily="49" charset="0"/>
              </a:rPr>
              <a:t>sudo</a:t>
            </a:r>
            <a:r>
              <a:rPr lang="en-US" altLang="zh-CN" sz="1600" dirty="0">
                <a:latin typeface="Consolas" panose="020B0609020204030204" pitchFamily="49" charset="0"/>
              </a:rPr>
              <a:t> </a:t>
            </a:r>
            <a:r>
              <a:rPr lang="en-US" altLang="zh-CN" sz="1600" dirty="0" err="1">
                <a:latin typeface="Consolas" panose="020B0609020204030204" pitchFamily="49" charset="0"/>
              </a:rPr>
              <a:t>docker</a:t>
            </a:r>
            <a:r>
              <a:rPr lang="en-US" altLang="zh-CN" sz="1600" dirty="0">
                <a:latin typeface="Consolas" panose="020B0609020204030204" pitchFamily="49" charset="0"/>
              </a:rPr>
              <a:t> build -f </a:t>
            </a:r>
            <a:r>
              <a:rPr lang="en-US" altLang="zh-CN" sz="1600" dirty="0" err="1">
                <a:latin typeface="Consolas" panose="020B0609020204030204" pitchFamily="49" charset="0"/>
              </a:rPr>
              <a:t>Dockerfile</a:t>
            </a:r>
            <a:r>
              <a:rPr lang="en-US" altLang="zh-CN" sz="1600" dirty="0">
                <a:latin typeface="Consolas" panose="020B0609020204030204" pitchFamily="49" charset="0"/>
              </a:rPr>
              <a:t>-API -t </a:t>
            </a:r>
            <a:r>
              <a:rPr lang="en-US" altLang="zh-CN" sz="1600" dirty="0" smtClean="0">
                <a:latin typeface="Consolas" panose="020B0609020204030204" pitchFamily="49" charset="0"/>
              </a:rPr>
              <a:t>harbor.xxx.com/</a:t>
            </a:r>
            <a:r>
              <a:rPr lang="en-US" altLang="zh-CN" sz="1600" dirty="0" err="1" smtClean="0">
                <a:latin typeface="Consolas" panose="020B0609020204030204" pitchFamily="49" charset="0"/>
              </a:rPr>
              <a:t>wutan</a:t>
            </a:r>
            <a:r>
              <a:rPr lang="en-US" altLang="zh-CN" sz="1600" dirty="0" smtClean="0">
                <a:latin typeface="Consolas" panose="020B0609020204030204" pitchFamily="49" charset="0"/>
              </a:rPr>
              <a:t>/</a:t>
            </a:r>
            <a:r>
              <a:rPr lang="en-US" altLang="zh-CN" sz="1600" dirty="0" err="1" smtClean="0">
                <a:latin typeface="Consolas" panose="020B0609020204030204" pitchFamily="49" charset="0"/>
              </a:rPr>
              <a:t>api:latest</a:t>
            </a:r>
            <a:r>
              <a:rPr lang="en-US" altLang="zh-CN" sz="1600" dirty="0" smtClean="0">
                <a:latin typeface="Consolas" panose="020B0609020204030204" pitchFamily="49" charset="0"/>
              </a:rPr>
              <a:t> </a:t>
            </a:r>
            <a:r>
              <a:rPr lang="en-US" altLang="zh-CN" sz="1600" dirty="0">
                <a:latin typeface="Consolas" panose="020B0609020204030204" pitchFamily="49" charset="0"/>
              </a:rPr>
              <a:t>.</a:t>
            </a:r>
          </a:p>
          <a:p>
            <a:r>
              <a:rPr lang="en-US" altLang="zh-CN" sz="1600" dirty="0" err="1">
                <a:latin typeface="Consolas" panose="020B0609020204030204" pitchFamily="49" charset="0"/>
              </a:rPr>
              <a:t>sudo</a:t>
            </a:r>
            <a:r>
              <a:rPr lang="en-US" altLang="zh-CN" sz="1600" dirty="0">
                <a:latin typeface="Consolas" panose="020B0609020204030204" pitchFamily="49" charset="0"/>
              </a:rPr>
              <a:t> </a:t>
            </a:r>
            <a:r>
              <a:rPr lang="en-US" altLang="zh-CN" sz="1600" dirty="0" err="1">
                <a:latin typeface="Consolas" panose="020B0609020204030204" pitchFamily="49" charset="0"/>
              </a:rPr>
              <a:t>docker</a:t>
            </a:r>
            <a:r>
              <a:rPr lang="en-US" altLang="zh-CN" sz="1600" dirty="0">
                <a:latin typeface="Consolas" panose="020B0609020204030204" pitchFamily="49" charset="0"/>
              </a:rPr>
              <a:t> build -f </a:t>
            </a:r>
            <a:r>
              <a:rPr lang="en-US" altLang="zh-CN" sz="1600" dirty="0" err="1">
                <a:latin typeface="Consolas" panose="020B0609020204030204" pitchFamily="49" charset="0"/>
              </a:rPr>
              <a:t>Dockerfile</a:t>
            </a:r>
            <a:r>
              <a:rPr lang="en-US" altLang="zh-CN" sz="1600" dirty="0">
                <a:latin typeface="Consolas" panose="020B0609020204030204" pitchFamily="49" charset="0"/>
              </a:rPr>
              <a:t>-UI -t </a:t>
            </a:r>
            <a:r>
              <a:rPr lang="en-US" altLang="zh-CN" sz="1600" dirty="0" smtClean="0">
                <a:latin typeface="Consolas" panose="020B0609020204030204" pitchFamily="49" charset="0"/>
              </a:rPr>
              <a:t>harbor.xxx.com/</a:t>
            </a:r>
            <a:r>
              <a:rPr lang="en-US" altLang="zh-CN" sz="1600" dirty="0" err="1" smtClean="0">
                <a:latin typeface="Consolas" panose="020B0609020204030204" pitchFamily="49" charset="0"/>
              </a:rPr>
              <a:t>wutan</a:t>
            </a:r>
            <a:r>
              <a:rPr lang="en-US" altLang="zh-CN" sz="1600" dirty="0" smtClean="0">
                <a:latin typeface="Consolas" panose="020B0609020204030204" pitchFamily="49" charset="0"/>
              </a:rPr>
              <a:t>/</a:t>
            </a:r>
            <a:r>
              <a:rPr lang="en-US" altLang="zh-CN" sz="1600" dirty="0" err="1" smtClean="0">
                <a:latin typeface="Consolas" panose="020B0609020204030204" pitchFamily="49" charset="0"/>
              </a:rPr>
              <a:t>ui:latest</a:t>
            </a:r>
            <a:r>
              <a:rPr lang="en-US" altLang="zh-CN" sz="1600" dirty="0" smtClean="0">
                <a:latin typeface="Consolas" panose="020B0609020204030204" pitchFamily="49" charset="0"/>
              </a:rPr>
              <a:t> </a:t>
            </a:r>
            <a:r>
              <a:rPr lang="en-US" altLang="zh-CN" sz="1600" dirty="0">
                <a:latin typeface="Consolas" panose="020B0609020204030204" pitchFamily="49" charset="0"/>
              </a:rPr>
              <a:t>.</a:t>
            </a:r>
          </a:p>
          <a:p>
            <a:r>
              <a:rPr lang="en-US" altLang="zh-CN" sz="1600" dirty="0">
                <a:latin typeface="Consolas" panose="020B0609020204030204" pitchFamily="49" charset="0"/>
              </a:rPr>
              <a:t>......</a:t>
            </a:r>
          </a:p>
          <a:p>
            <a:r>
              <a:rPr lang="en-US" altLang="zh-CN" sz="1600" dirty="0">
                <a:latin typeface="Consolas" panose="020B0609020204030204" pitchFamily="49" charset="0"/>
              </a:rPr>
              <a:t>echo "done!"</a:t>
            </a:r>
            <a:endParaRPr lang="zh-CN" altLang="en-US" sz="1600" dirty="0"/>
          </a:p>
        </p:txBody>
      </p:sp>
    </p:spTree>
    <p:extLst>
      <p:ext uri="{BB962C8B-B14F-4D97-AF65-F5344CB8AC3E}">
        <p14:creationId xmlns:p14="http://schemas.microsoft.com/office/powerpoint/2010/main" val="422000161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脱机命令接口</a:t>
            </a:r>
          </a:p>
        </p:txBody>
      </p:sp>
      <p:sp>
        <p:nvSpPr>
          <p:cNvPr id="3" name="内容占位符 2"/>
          <p:cNvSpPr>
            <a:spLocks noGrp="1"/>
          </p:cNvSpPr>
          <p:nvPr>
            <p:ph idx="1"/>
          </p:nvPr>
        </p:nvSpPr>
        <p:spPr/>
        <p:txBody>
          <a:bodyPr/>
          <a:lstStyle/>
          <a:p>
            <a:r>
              <a:rPr lang="zh-CN" altLang="en-US" dirty="0" smtClean="0"/>
              <a:t>例</a:t>
            </a:r>
            <a:endParaRPr lang="zh-CN" altLang="en-US" dirty="0"/>
          </a:p>
        </p:txBody>
      </p:sp>
      <p:sp>
        <p:nvSpPr>
          <p:cNvPr id="4" name="灯片编号占位符 3"/>
          <p:cNvSpPr>
            <a:spLocks noGrp="1"/>
          </p:cNvSpPr>
          <p:nvPr>
            <p:ph type="sldNum" sz="quarter" idx="12"/>
          </p:nvPr>
        </p:nvSpPr>
        <p:spPr/>
        <p:txBody>
          <a:bodyPr/>
          <a:lstStyle/>
          <a:p>
            <a:fld id="{4093CC90-4002-504C-BD88-C9A1D374048E}" type="slidenum">
              <a:rPr lang="zh-CN" altLang="en-US" smtClean="0"/>
              <a:pPr/>
              <a:t>11</a:t>
            </a:fld>
            <a:endParaRPr lang="zh-CN" altLang="en-US" dirty="0"/>
          </a:p>
        </p:txBody>
      </p:sp>
      <p:sp>
        <p:nvSpPr>
          <p:cNvPr id="5" name="文本框 4"/>
          <p:cNvSpPr txBox="1"/>
          <p:nvPr/>
        </p:nvSpPr>
        <p:spPr>
          <a:xfrm>
            <a:off x="935038" y="2034808"/>
            <a:ext cx="7029488" cy="3293209"/>
          </a:xfrm>
          <a:prstGeom prst="rect">
            <a:avLst/>
          </a:prstGeom>
          <a:noFill/>
        </p:spPr>
        <p:txBody>
          <a:bodyPr wrap="none" rtlCol="0">
            <a:spAutoFit/>
          </a:bodyPr>
          <a:lstStyle/>
          <a:p>
            <a:r>
              <a:rPr lang="en-US" altLang="zh-CN" sz="1600" dirty="0">
                <a:latin typeface="Consolas" panose="020B0609020204030204" pitchFamily="49" charset="0"/>
              </a:rPr>
              <a:t>@echo off</a:t>
            </a:r>
          </a:p>
          <a:p>
            <a:r>
              <a:rPr lang="en-US" altLang="zh-CN" sz="1600" dirty="0">
                <a:latin typeface="Consolas" panose="020B0609020204030204" pitchFamily="49" charset="0"/>
              </a:rPr>
              <a:t>set </a:t>
            </a:r>
            <a:r>
              <a:rPr lang="en-US" altLang="zh-CN" sz="1600" dirty="0" err="1">
                <a:latin typeface="Consolas" panose="020B0609020204030204" pitchFamily="49" charset="0"/>
              </a:rPr>
              <a:t>rarpath</a:t>
            </a:r>
            <a:r>
              <a:rPr lang="en-US" altLang="zh-CN" sz="1600" dirty="0">
                <a:latin typeface="Consolas" panose="020B0609020204030204" pitchFamily="49" charset="0"/>
              </a:rPr>
              <a:t>="c:\program files\</a:t>
            </a:r>
            <a:r>
              <a:rPr lang="en-US" altLang="zh-CN" sz="1600" dirty="0" err="1">
                <a:latin typeface="Consolas" panose="020B0609020204030204" pitchFamily="49" charset="0"/>
              </a:rPr>
              <a:t>winrar</a:t>
            </a:r>
            <a:r>
              <a:rPr lang="en-US" altLang="zh-CN" sz="1600" dirty="0">
                <a:latin typeface="Consolas" panose="020B0609020204030204" pitchFamily="49" charset="0"/>
              </a:rPr>
              <a:t>\"</a:t>
            </a:r>
          </a:p>
          <a:p>
            <a:r>
              <a:rPr lang="en-US" altLang="zh-CN" sz="1600" dirty="0">
                <a:latin typeface="Consolas" panose="020B0609020204030204" pitchFamily="49" charset="0"/>
              </a:rPr>
              <a:t>set </a:t>
            </a:r>
            <a:r>
              <a:rPr lang="en-US" altLang="zh-CN" sz="1600" dirty="0" err="1">
                <a:latin typeface="Consolas" panose="020B0609020204030204" pitchFamily="49" charset="0"/>
              </a:rPr>
              <a:t>logpath</a:t>
            </a:r>
            <a:r>
              <a:rPr lang="en-US" altLang="zh-CN" sz="1600" dirty="0">
                <a:latin typeface="Consolas" panose="020B0609020204030204" pitchFamily="49" charset="0"/>
              </a:rPr>
              <a:t>=c:\log\</a:t>
            </a:r>
          </a:p>
          <a:p>
            <a:r>
              <a:rPr lang="en-US" altLang="zh-CN" sz="1600" dirty="0">
                <a:latin typeface="Consolas" panose="020B0609020204030204" pitchFamily="49" charset="0"/>
              </a:rPr>
              <a:t>set prefix=</a:t>
            </a:r>
            <a:r>
              <a:rPr lang="en-US" altLang="zh-CN" sz="1600" dirty="0" err="1">
                <a:latin typeface="Consolas" panose="020B0609020204030204" pitchFamily="49" charset="0"/>
              </a:rPr>
              <a:t>anc</a:t>
            </a:r>
            <a:endParaRPr lang="en-US" altLang="zh-CN" sz="1600" dirty="0">
              <a:latin typeface="Consolas" panose="020B0609020204030204" pitchFamily="49" charset="0"/>
            </a:endParaRPr>
          </a:p>
          <a:p>
            <a:r>
              <a:rPr lang="en-US" altLang="zh-CN" sz="1600" dirty="0">
                <a:latin typeface="Consolas" panose="020B0609020204030204" pitchFamily="49" charset="0"/>
              </a:rPr>
              <a:t>rem </a:t>
            </a:r>
            <a:r>
              <a:rPr lang="zh-CN" altLang="en-US" sz="1600" dirty="0">
                <a:latin typeface="Consolas" panose="020B0609020204030204" pitchFamily="49" charset="0"/>
              </a:rPr>
              <a:t>获取昨天日期</a:t>
            </a:r>
          </a:p>
          <a:p>
            <a:r>
              <a:rPr lang="en-US" altLang="zh-CN" sz="1600" dirty="0">
                <a:latin typeface="Consolas" panose="020B0609020204030204" pitchFamily="49" charset="0"/>
              </a:rPr>
              <a:t>set YE=%date:~0,4%</a:t>
            </a:r>
          </a:p>
          <a:p>
            <a:r>
              <a:rPr lang="en-US" altLang="zh-CN" sz="1600" dirty="0">
                <a:latin typeface="Consolas" panose="020B0609020204030204" pitchFamily="49" charset="0"/>
              </a:rPr>
              <a:t>set MO=%date:~5,2%</a:t>
            </a:r>
          </a:p>
          <a:p>
            <a:r>
              <a:rPr lang="en-US" altLang="zh-CN" sz="1600" dirty="0">
                <a:latin typeface="Consolas" panose="020B0609020204030204" pitchFamily="49" charset="0"/>
              </a:rPr>
              <a:t>……</a:t>
            </a:r>
          </a:p>
          <a:p>
            <a:r>
              <a:rPr lang="en-US" altLang="zh-CN" sz="1600" dirty="0">
                <a:latin typeface="Consolas" panose="020B0609020204030204" pitchFamily="49" charset="0"/>
              </a:rPr>
              <a:t>set Han=%LY%-%LM%-%LD%</a:t>
            </a:r>
          </a:p>
          <a:p>
            <a:r>
              <a:rPr lang="en-US" altLang="zh-CN" sz="1600" dirty="0">
                <a:latin typeface="Consolas" panose="020B0609020204030204" pitchFamily="49" charset="0"/>
              </a:rPr>
              <a:t>echo </a:t>
            </a:r>
            <a:r>
              <a:rPr lang="zh-CN" altLang="en-US" sz="1600" dirty="0">
                <a:latin typeface="Consolas" panose="020B0609020204030204" pitchFamily="49" charset="0"/>
              </a:rPr>
              <a:t>昨天的日期为：</a:t>
            </a:r>
            <a:r>
              <a:rPr lang="en-US" altLang="zh-CN" sz="1600" dirty="0">
                <a:latin typeface="Consolas" panose="020B0609020204030204" pitchFamily="49" charset="0"/>
              </a:rPr>
              <a:t>%Han%</a:t>
            </a:r>
          </a:p>
          <a:p>
            <a:r>
              <a:rPr lang="en-US" altLang="zh-CN" sz="1600" dirty="0">
                <a:latin typeface="Consolas" panose="020B0609020204030204" pitchFamily="49" charset="0"/>
              </a:rPr>
              <a:t>%</a:t>
            </a:r>
            <a:r>
              <a:rPr lang="en-US" altLang="zh-CN" sz="1600" dirty="0" err="1">
                <a:latin typeface="Consolas" panose="020B0609020204030204" pitchFamily="49" charset="0"/>
              </a:rPr>
              <a:t>logpath</a:t>
            </a:r>
            <a:r>
              <a:rPr lang="en-US" altLang="zh-CN" sz="1600" dirty="0">
                <a:latin typeface="Consolas" panose="020B0609020204030204" pitchFamily="49" charset="0"/>
              </a:rPr>
              <a:t>:~0,2%</a:t>
            </a:r>
          </a:p>
          <a:p>
            <a:r>
              <a:rPr lang="en-US" altLang="zh-CN" sz="1600" dirty="0">
                <a:latin typeface="Consolas" panose="020B0609020204030204" pitchFamily="49" charset="0"/>
              </a:rPr>
              <a:t>cd %</a:t>
            </a:r>
            <a:r>
              <a:rPr lang="en-US" altLang="zh-CN" sz="1600" dirty="0" err="1">
                <a:latin typeface="Consolas" panose="020B0609020204030204" pitchFamily="49" charset="0"/>
              </a:rPr>
              <a:t>logpath</a:t>
            </a:r>
            <a:r>
              <a:rPr lang="en-US" altLang="zh-CN" sz="1600" dirty="0">
                <a:latin typeface="Consolas" panose="020B0609020204030204" pitchFamily="49" charset="0"/>
              </a:rPr>
              <a:t>%</a:t>
            </a:r>
          </a:p>
          <a:p>
            <a:r>
              <a:rPr lang="en-US" altLang="zh-CN" sz="1600" dirty="0">
                <a:latin typeface="Consolas" panose="020B0609020204030204" pitchFamily="49" charset="0"/>
              </a:rPr>
              <a:t>%rarpath%rar.exe a %prefix%_server_%Han%.</a:t>
            </a:r>
            <a:r>
              <a:rPr lang="en-US" altLang="zh-CN" sz="1600" dirty="0" err="1">
                <a:latin typeface="Consolas" panose="020B0609020204030204" pitchFamily="49" charset="0"/>
              </a:rPr>
              <a:t>rar</a:t>
            </a:r>
            <a:r>
              <a:rPr lang="en-US" altLang="zh-CN" sz="1600" dirty="0">
                <a:latin typeface="Consolas" panose="020B0609020204030204" pitchFamily="49" charset="0"/>
              </a:rPr>
              <a:t> server_%Han%.</a:t>
            </a:r>
            <a:r>
              <a:rPr lang="en-US" altLang="zh-CN" sz="1600" dirty="0" smtClean="0">
                <a:latin typeface="Consolas" panose="020B0609020204030204" pitchFamily="49" charset="0"/>
              </a:rPr>
              <a:t>log</a:t>
            </a:r>
            <a:endParaRPr lang="en-US" altLang="zh-CN" sz="1600" dirty="0">
              <a:latin typeface="Consolas" panose="020B0609020204030204" pitchFamily="49" charset="0"/>
            </a:endParaRPr>
          </a:p>
        </p:txBody>
      </p:sp>
    </p:spTree>
    <p:extLst>
      <p:ext uri="{BB962C8B-B14F-4D97-AF65-F5344CB8AC3E}">
        <p14:creationId xmlns:p14="http://schemas.microsoft.com/office/powerpoint/2010/main" val="397998142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b="1" dirty="0"/>
              <a:t>图形用户接口</a:t>
            </a:r>
            <a:endParaRPr lang="zh-CN" altLang="en-US" dirty="0"/>
          </a:p>
        </p:txBody>
      </p:sp>
      <p:sp>
        <p:nvSpPr>
          <p:cNvPr id="3" name="内容占位符 2"/>
          <p:cNvSpPr>
            <a:spLocks noGrp="1"/>
          </p:cNvSpPr>
          <p:nvPr>
            <p:ph idx="1"/>
          </p:nvPr>
        </p:nvSpPr>
        <p:spPr/>
        <p:txBody>
          <a:bodyPr/>
          <a:lstStyle/>
          <a:p>
            <a:r>
              <a:rPr lang="en-US" altLang="zh-CN" dirty="0"/>
              <a:t>GUI</a:t>
            </a:r>
            <a:r>
              <a:rPr lang="zh-CN" altLang="en-US" dirty="0"/>
              <a:t>提供基于鼠标的窗口和菜单系统作为接口</a:t>
            </a:r>
          </a:p>
          <a:p>
            <a:pPr lvl="1"/>
            <a:r>
              <a:rPr lang="zh-CN" altLang="en-US" dirty="0" smtClean="0"/>
              <a:t>通过</a:t>
            </a:r>
            <a:r>
              <a:rPr lang="zh-CN" altLang="en-US" dirty="0"/>
              <a:t>对出现在屏幕上的对象直接进行操作，以控制和操纵程序的</a:t>
            </a:r>
            <a:r>
              <a:rPr lang="zh-CN" altLang="en-US" dirty="0" smtClean="0"/>
              <a:t>运行 </a:t>
            </a:r>
            <a:endParaRPr lang="zh-CN" altLang="en-US" dirty="0"/>
          </a:p>
          <a:p>
            <a:pPr lvl="1"/>
            <a:r>
              <a:rPr lang="zh-CN" altLang="en-US" dirty="0" smtClean="0"/>
              <a:t>减少</a:t>
            </a:r>
            <a:r>
              <a:rPr lang="zh-CN" altLang="en-US" dirty="0"/>
              <a:t>或免除了用户的记忆工作量</a:t>
            </a:r>
            <a:r>
              <a:rPr lang="zh-CN" altLang="en-US" dirty="0" smtClean="0"/>
              <a:t>，极</a:t>
            </a:r>
            <a:r>
              <a:rPr lang="zh-CN" altLang="en-US" dirty="0"/>
              <a:t>大地方便了</a:t>
            </a:r>
            <a:r>
              <a:rPr lang="zh-CN" altLang="en-US" dirty="0" smtClean="0"/>
              <a:t>用户</a:t>
            </a:r>
            <a:endParaRPr lang="zh-CN" altLang="en-US" dirty="0"/>
          </a:p>
          <a:p>
            <a:pPr lvl="1"/>
            <a:r>
              <a:rPr lang="zh-CN" altLang="en-US" dirty="0" smtClean="0"/>
              <a:t>最为</a:t>
            </a:r>
            <a:r>
              <a:rPr lang="zh-CN" altLang="en-US" dirty="0"/>
              <a:t>常见的人机接口形式，可以认为图形接口是命令接口的</a:t>
            </a:r>
            <a:r>
              <a:rPr lang="zh-CN" altLang="en-US" dirty="0" smtClean="0"/>
              <a:t>图形化</a:t>
            </a:r>
            <a:endParaRPr lang="zh-CN" altLang="en-US" dirty="0"/>
          </a:p>
        </p:txBody>
      </p:sp>
      <p:sp>
        <p:nvSpPr>
          <p:cNvPr id="4" name="灯片编号占位符 3"/>
          <p:cNvSpPr>
            <a:spLocks noGrp="1"/>
          </p:cNvSpPr>
          <p:nvPr>
            <p:ph type="sldNum" sz="quarter" idx="12"/>
          </p:nvPr>
        </p:nvSpPr>
        <p:spPr/>
        <p:txBody>
          <a:bodyPr/>
          <a:lstStyle/>
          <a:p>
            <a:fld id="{4093CC90-4002-504C-BD88-C9A1D374048E}" type="slidenum">
              <a:rPr lang="zh-CN" altLang="en-US" smtClean="0"/>
              <a:pPr/>
              <a:t>12</a:t>
            </a:fld>
            <a:endParaRPr lang="zh-CN" altLang="en-US" dirty="0"/>
          </a:p>
        </p:txBody>
      </p:sp>
    </p:spTree>
    <p:extLst>
      <p:ext uri="{BB962C8B-B14F-4D97-AF65-F5344CB8AC3E}">
        <p14:creationId xmlns:p14="http://schemas.microsoft.com/office/powerpoint/2010/main" val="33941869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 xmlns:a16="http://schemas.microsoft.com/office/drawing/2014/main" id="{FA478220-5F10-3448-53B0-A082ACF36790}"/>
              </a:ext>
            </a:extLst>
          </p:cNvPr>
          <p:cNvSpPr>
            <a:spLocks noGrp="1"/>
          </p:cNvSpPr>
          <p:nvPr>
            <p:ph type="title"/>
          </p:nvPr>
        </p:nvSpPr>
        <p:spPr>
          <a:xfrm>
            <a:off x="1042988" y="225431"/>
            <a:ext cx="7850187" cy="746125"/>
          </a:xfrm>
        </p:spPr>
        <p:txBody>
          <a:bodyPr/>
          <a:lstStyle/>
          <a:p>
            <a:r>
              <a:rPr lang="zh-CN" altLang="en-US" dirty="0" smtClean="0"/>
              <a:t>第</a:t>
            </a:r>
            <a:r>
              <a:rPr lang="en-US" altLang="zh-CN" dirty="0" smtClean="0"/>
              <a:t>2</a:t>
            </a:r>
            <a:r>
              <a:rPr lang="zh-CN" altLang="en-US" dirty="0" smtClean="0"/>
              <a:t>章 操作系统结构</a:t>
            </a:r>
            <a:endParaRPr lang="zh-CN" altLang="en-US" dirty="0"/>
          </a:p>
        </p:txBody>
      </p:sp>
      <p:sp>
        <p:nvSpPr>
          <p:cNvPr id="3" name="内容占位符 2">
            <a:extLst>
              <a:ext uri="{FF2B5EF4-FFF2-40B4-BE49-F238E27FC236}">
                <a16:creationId xmlns="" xmlns:a16="http://schemas.microsoft.com/office/drawing/2014/main" id="{AD7B2C0A-B2D8-3755-E6C0-89A613AD7E93}"/>
              </a:ext>
            </a:extLst>
          </p:cNvPr>
          <p:cNvSpPr>
            <a:spLocks noGrp="1"/>
          </p:cNvSpPr>
          <p:nvPr>
            <p:ph idx="1"/>
          </p:nvPr>
        </p:nvSpPr>
        <p:spPr>
          <a:xfrm>
            <a:off x="935038" y="1233488"/>
            <a:ext cx="7772400" cy="4895850"/>
          </a:xfrm>
        </p:spPr>
        <p:txBody>
          <a:bodyPr>
            <a:normAutofit/>
          </a:bodyPr>
          <a:lstStyle/>
          <a:p>
            <a:r>
              <a:rPr lang="zh-CN" altLang="en-US" dirty="0"/>
              <a:t>本章内容</a:t>
            </a:r>
            <a:endParaRPr lang="en-US" altLang="zh-CN" dirty="0"/>
          </a:p>
          <a:p>
            <a:r>
              <a:rPr lang="en-US" altLang="zh-CN" dirty="0"/>
              <a:t>1.</a:t>
            </a:r>
            <a:r>
              <a:rPr lang="zh-CN" altLang="en-US" dirty="0"/>
              <a:t> </a:t>
            </a:r>
            <a:r>
              <a:rPr lang="zh-CN" altLang="en-US" dirty="0" smtClean="0"/>
              <a:t>功能概述</a:t>
            </a:r>
            <a:endParaRPr lang="zh-CN" altLang="zh-CN" dirty="0"/>
          </a:p>
          <a:p>
            <a:r>
              <a:rPr lang="en-US" altLang="zh-CN" dirty="0"/>
              <a:t>2.</a:t>
            </a:r>
            <a:r>
              <a:rPr lang="zh-CN" altLang="en-US" dirty="0"/>
              <a:t> </a:t>
            </a:r>
            <a:r>
              <a:rPr lang="zh-CN" altLang="en-US" dirty="0" smtClean="0"/>
              <a:t>用户接口</a:t>
            </a:r>
            <a:endParaRPr lang="zh-CN" altLang="zh-CN" dirty="0"/>
          </a:p>
          <a:p>
            <a:r>
              <a:rPr lang="en-US" altLang="zh-CN" dirty="0">
                <a:solidFill>
                  <a:srgbClr val="FF0000"/>
                </a:solidFill>
              </a:rPr>
              <a:t>3.</a:t>
            </a:r>
            <a:r>
              <a:rPr lang="zh-CN" altLang="en-US" dirty="0">
                <a:solidFill>
                  <a:srgbClr val="FF0000"/>
                </a:solidFill>
              </a:rPr>
              <a:t> </a:t>
            </a:r>
            <a:r>
              <a:rPr lang="zh-CN" altLang="en-US" dirty="0" smtClean="0">
                <a:solidFill>
                  <a:srgbClr val="FF0000"/>
                </a:solidFill>
              </a:rPr>
              <a:t>系统调用</a:t>
            </a:r>
            <a:endParaRPr lang="en-US" altLang="zh-CN" dirty="0">
              <a:solidFill>
                <a:srgbClr val="FF0000"/>
              </a:solidFill>
            </a:endParaRPr>
          </a:p>
          <a:p>
            <a:r>
              <a:rPr lang="en-US" altLang="zh-CN" dirty="0"/>
              <a:t>4.</a:t>
            </a:r>
            <a:r>
              <a:rPr lang="zh-CN" altLang="en-US" dirty="0"/>
              <a:t> </a:t>
            </a:r>
            <a:r>
              <a:rPr lang="zh-CN" altLang="en-US" dirty="0" smtClean="0"/>
              <a:t>系统服务</a:t>
            </a:r>
            <a:endParaRPr lang="en-US" altLang="zh-CN" dirty="0" smtClean="0"/>
          </a:p>
          <a:p>
            <a:r>
              <a:rPr lang="en-US" altLang="zh-CN" dirty="0" smtClean="0"/>
              <a:t>5. </a:t>
            </a:r>
            <a:r>
              <a:rPr lang="zh-CN" altLang="en-US" dirty="0" smtClean="0"/>
              <a:t>操作系统结构</a:t>
            </a:r>
            <a:endParaRPr lang="en-US" altLang="zh-CN" dirty="0"/>
          </a:p>
        </p:txBody>
      </p:sp>
      <p:sp>
        <p:nvSpPr>
          <p:cNvPr id="4" name="灯片编号占位符 3">
            <a:extLst>
              <a:ext uri="{FF2B5EF4-FFF2-40B4-BE49-F238E27FC236}">
                <a16:creationId xmlns="" xmlns:a16="http://schemas.microsoft.com/office/drawing/2014/main" id="{F5A8B553-02AE-2219-C59A-8B5B36D12789}"/>
              </a:ext>
            </a:extLst>
          </p:cNvPr>
          <p:cNvSpPr>
            <a:spLocks noGrp="1"/>
          </p:cNvSpPr>
          <p:nvPr>
            <p:ph type="sldNum" sz="quarter" idx="12"/>
          </p:nvPr>
        </p:nvSpPr>
        <p:spPr>
          <a:xfrm>
            <a:off x="6781800" y="6324600"/>
            <a:ext cx="1905000" cy="457200"/>
          </a:xfrm>
        </p:spPr>
        <p:txBody>
          <a:bodyPr/>
          <a:lstStyle/>
          <a:p>
            <a:fld id="{4093CC90-4002-504C-BD88-C9A1D374048E}" type="slidenum">
              <a:rPr lang="zh-CN" altLang="en-US" smtClean="0"/>
              <a:pPr/>
              <a:t>13</a:t>
            </a:fld>
            <a:endParaRPr lang="zh-CN" altLang="en-US" dirty="0"/>
          </a:p>
        </p:txBody>
      </p:sp>
    </p:spTree>
    <p:extLst>
      <p:ext uri="{BB962C8B-B14F-4D97-AF65-F5344CB8AC3E}">
        <p14:creationId xmlns:p14="http://schemas.microsoft.com/office/powerpoint/2010/main" val="14977544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系统调用原理</a:t>
            </a:r>
            <a:endParaRPr lang="zh-CN" altLang="en-US" dirty="0"/>
          </a:p>
        </p:txBody>
      </p:sp>
      <p:sp>
        <p:nvSpPr>
          <p:cNvPr id="3" name="内容占位符 2"/>
          <p:cNvSpPr>
            <a:spLocks noGrp="1"/>
          </p:cNvSpPr>
          <p:nvPr>
            <p:ph idx="1"/>
          </p:nvPr>
        </p:nvSpPr>
        <p:spPr/>
        <p:txBody>
          <a:bodyPr/>
          <a:lstStyle/>
          <a:p>
            <a:r>
              <a:rPr lang="zh-CN" altLang="en-US" dirty="0"/>
              <a:t>系统</a:t>
            </a:r>
            <a:r>
              <a:rPr lang="zh-CN" altLang="en-US" dirty="0" smtClean="0"/>
              <a:t>调用是操作系统向</a:t>
            </a:r>
            <a:r>
              <a:rPr lang="zh-CN" altLang="en-US" dirty="0"/>
              <a:t>用户</a:t>
            </a:r>
            <a:r>
              <a:rPr lang="zh-CN" altLang="en-US" dirty="0" smtClean="0"/>
              <a:t>程序提供的接口</a:t>
            </a:r>
            <a:endParaRPr lang="en-US" altLang="zh-CN" dirty="0" smtClean="0"/>
          </a:p>
          <a:p>
            <a:pPr lvl="1"/>
            <a:r>
              <a:rPr lang="zh-CN" altLang="en-US" dirty="0" smtClean="0"/>
              <a:t>形式：特殊指令，特定寄存器中存放功能编号</a:t>
            </a:r>
            <a:endParaRPr lang="zh-CN" altLang="en-US" dirty="0"/>
          </a:p>
          <a:p>
            <a:r>
              <a:rPr lang="zh-CN" altLang="en-US" dirty="0" smtClean="0"/>
              <a:t>参数</a:t>
            </a:r>
            <a:r>
              <a:rPr lang="zh-CN" altLang="en-US" dirty="0"/>
              <a:t>传递有</a:t>
            </a:r>
            <a:r>
              <a:rPr lang="en-US" altLang="zh-CN" dirty="0"/>
              <a:t>3</a:t>
            </a:r>
            <a:r>
              <a:rPr lang="zh-CN" altLang="en-US" dirty="0"/>
              <a:t>种常用方式</a:t>
            </a:r>
          </a:p>
          <a:p>
            <a:pPr lvl="1"/>
            <a:r>
              <a:rPr lang="zh-CN" altLang="en-US" dirty="0"/>
              <a:t>寄存器中的参数传递</a:t>
            </a:r>
          </a:p>
          <a:p>
            <a:pPr lvl="1"/>
            <a:r>
              <a:rPr lang="zh-CN" altLang="en-US" dirty="0"/>
              <a:t>参数存在内存的一张</a:t>
            </a:r>
            <a:r>
              <a:rPr lang="zh-CN" altLang="en-US" dirty="0" smtClean="0"/>
              <a:t>表（结构体、数组）中</a:t>
            </a:r>
            <a:r>
              <a:rPr lang="zh-CN" altLang="en-US" dirty="0"/>
              <a:t>，表地址作为寄存器的参数传递</a:t>
            </a:r>
          </a:p>
          <a:p>
            <a:pPr lvl="1"/>
            <a:r>
              <a:rPr lang="zh-CN" altLang="en-US" dirty="0"/>
              <a:t>程序把参数压入栈，由操作系统弹</a:t>
            </a:r>
            <a:r>
              <a:rPr lang="zh-CN" altLang="en-US" dirty="0" smtClean="0"/>
              <a:t>出</a:t>
            </a:r>
            <a:endParaRPr lang="en-US" altLang="zh-CN" dirty="0" smtClean="0"/>
          </a:p>
          <a:p>
            <a:pPr lvl="2"/>
            <a:r>
              <a:rPr lang="zh-CN" altLang="en-US" dirty="0" smtClean="0"/>
              <a:t>没那么简单，需讨论</a:t>
            </a:r>
            <a:endParaRPr lang="zh-CN" altLang="en-US" dirty="0"/>
          </a:p>
        </p:txBody>
      </p:sp>
      <p:sp>
        <p:nvSpPr>
          <p:cNvPr id="4" name="灯片编号占位符 3"/>
          <p:cNvSpPr>
            <a:spLocks noGrp="1"/>
          </p:cNvSpPr>
          <p:nvPr>
            <p:ph type="sldNum" sz="quarter" idx="12"/>
          </p:nvPr>
        </p:nvSpPr>
        <p:spPr/>
        <p:txBody>
          <a:bodyPr/>
          <a:lstStyle/>
          <a:p>
            <a:fld id="{4093CC90-4002-504C-BD88-C9A1D374048E}" type="slidenum">
              <a:rPr lang="zh-CN" altLang="en-US" smtClean="0"/>
              <a:pPr/>
              <a:t>14</a:t>
            </a:fld>
            <a:endParaRPr lang="zh-CN" altLang="en-US" dirty="0"/>
          </a:p>
        </p:txBody>
      </p:sp>
    </p:spTree>
    <p:extLst>
      <p:ext uri="{BB962C8B-B14F-4D97-AF65-F5344CB8AC3E}">
        <p14:creationId xmlns:p14="http://schemas.microsoft.com/office/powerpoint/2010/main" val="116094488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系统调用与栈</a:t>
            </a:r>
            <a:endParaRPr lang="zh-CN" altLang="en-US" dirty="0"/>
          </a:p>
        </p:txBody>
      </p:sp>
      <p:sp>
        <p:nvSpPr>
          <p:cNvPr id="3" name="内容占位符 2"/>
          <p:cNvSpPr>
            <a:spLocks noGrp="1"/>
          </p:cNvSpPr>
          <p:nvPr>
            <p:ph idx="1"/>
          </p:nvPr>
        </p:nvSpPr>
        <p:spPr/>
        <p:txBody>
          <a:bodyPr/>
          <a:lstStyle/>
          <a:p>
            <a:r>
              <a:rPr lang="zh-CN" altLang="en-US" dirty="0"/>
              <a:t>回顾</a:t>
            </a:r>
          </a:p>
          <a:p>
            <a:pPr lvl="1"/>
            <a:r>
              <a:rPr lang="zh-CN" altLang="en-US" dirty="0"/>
              <a:t>系统调用的本质是软中断，使</a:t>
            </a:r>
            <a:r>
              <a:rPr lang="en-US" altLang="zh-CN" dirty="0"/>
              <a:t>CPU</a:t>
            </a:r>
            <a:r>
              <a:rPr lang="zh-CN" altLang="en-US" dirty="0"/>
              <a:t>进入内核态</a:t>
            </a:r>
          </a:p>
          <a:p>
            <a:pPr lvl="1"/>
            <a:r>
              <a:rPr lang="zh-CN" altLang="en-US" dirty="0"/>
              <a:t>栈和</a:t>
            </a:r>
            <a:r>
              <a:rPr lang="en-US" altLang="zh-CN" dirty="0"/>
              <a:t>CPU</a:t>
            </a:r>
            <a:r>
              <a:rPr lang="zh-CN" altLang="en-US" dirty="0"/>
              <a:t>寄存器共同决定了当前程序的执行状态</a:t>
            </a:r>
          </a:p>
          <a:p>
            <a:r>
              <a:rPr lang="zh-CN" altLang="en-US" dirty="0"/>
              <a:t>重要常识</a:t>
            </a:r>
          </a:p>
          <a:p>
            <a:pPr lvl="1"/>
            <a:r>
              <a:rPr lang="zh-CN" altLang="en-US" dirty="0"/>
              <a:t>应用程序和系统拥有各自的栈：用户栈、内核栈</a:t>
            </a:r>
          </a:p>
          <a:p>
            <a:pPr lvl="1"/>
            <a:r>
              <a:rPr lang="zh-CN" altLang="en-US" dirty="0"/>
              <a:t>系统调用时发生栈的</a:t>
            </a:r>
            <a:r>
              <a:rPr lang="zh-CN" altLang="en-US" dirty="0" smtClean="0"/>
              <a:t>切换</a:t>
            </a:r>
            <a:endParaRPr lang="en-US" altLang="zh-CN" dirty="0" smtClean="0"/>
          </a:p>
          <a:p>
            <a:r>
              <a:rPr lang="zh-CN" altLang="en-US" dirty="0"/>
              <a:t>思考</a:t>
            </a:r>
          </a:p>
          <a:p>
            <a:pPr lvl="1"/>
            <a:r>
              <a:rPr lang="zh-CN" altLang="en-US" dirty="0"/>
              <a:t>系统调用参数压栈，哪个栈？</a:t>
            </a:r>
          </a:p>
          <a:p>
            <a:pPr lvl="2"/>
            <a:r>
              <a:rPr lang="zh-CN" altLang="en-US" dirty="0"/>
              <a:t>应用程序，当然只能访问用户栈</a:t>
            </a:r>
          </a:p>
        </p:txBody>
      </p:sp>
      <p:sp>
        <p:nvSpPr>
          <p:cNvPr id="4" name="灯片编号占位符 3"/>
          <p:cNvSpPr>
            <a:spLocks noGrp="1"/>
          </p:cNvSpPr>
          <p:nvPr>
            <p:ph type="sldNum" sz="quarter" idx="12"/>
          </p:nvPr>
        </p:nvSpPr>
        <p:spPr/>
        <p:txBody>
          <a:bodyPr/>
          <a:lstStyle/>
          <a:p>
            <a:fld id="{4093CC90-4002-504C-BD88-C9A1D374048E}" type="slidenum">
              <a:rPr lang="zh-CN" altLang="en-US" smtClean="0"/>
              <a:pPr/>
              <a:t>15</a:t>
            </a:fld>
            <a:endParaRPr lang="zh-CN" altLang="en-US" dirty="0"/>
          </a:p>
        </p:txBody>
      </p:sp>
    </p:spTree>
    <p:extLst>
      <p:ext uri="{BB962C8B-B14F-4D97-AF65-F5344CB8AC3E}">
        <p14:creationId xmlns:p14="http://schemas.microsoft.com/office/powerpoint/2010/main" val="387987927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系统调用与栈</a:t>
            </a:r>
            <a:endParaRPr lang="zh-CN" altLang="en-US" dirty="0"/>
          </a:p>
        </p:txBody>
      </p:sp>
      <p:sp>
        <p:nvSpPr>
          <p:cNvPr id="3" name="内容占位符 2"/>
          <p:cNvSpPr>
            <a:spLocks noGrp="1"/>
          </p:cNvSpPr>
          <p:nvPr>
            <p:ph idx="1"/>
          </p:nvPr>
        </p:nvSpPr>
        <p:spPr/>
        <p:txBody>
          <a:bodyPr/>
          <a:lstStyle/>
          <a:p>
            <a:r>
              <a:rPr lang="zh-CN" altLang="en-US" dirty="0"/>
              <a:t>继续思考</a:t>
            </a:r>
            <a:r>
              <a:rPr lang="zh-CN" altLang="en-US" dirty="0" smtClean="0"/>
              <a:t>：栈不同，如何</a:t>
            </a:r>
            <a:r>
              <a:rPr lang="zh-CN" altLang="en-US" dirty="0"/>
              <a:t>衔接参数？</a:t>
            </a:r>
          </a:p>
          <a:p>
            <a:pPr lvl="1"/>
            <a:r>
              <a:rPr lang="zh-CN" altLang="en-US" dirty="0"/>
              <a:t>不同的</a:t>
            </a:r>
            <a:r>
              <a:rPr lang="en-US" altLang="zh-CN" dirty="0" smtClean="0"/>
              <a:t>CPU</a:t>
            </a:r>
            <a:r>
              <a:rPr lang="zh-CN" altLang="en-US" dirty="0" smtClean="0"/>
              <a:t>架构，异常</a:t>
            </a:r>
            <a:r>
              <a:rPr lang="en-US" altLang="zh-CN" dirty="0" smtClean="0"/>
              <a:t>/</a:t>
            </a:r>
            <a:r>
              <a:rPr lang="zh-CN" altLang="en-US" dirty="0" smtClean="0"/>
              <a:t>中断时，对栈的处理方法</a:t>
            </a:r>
            <a:r>
              <a:rPr lang="zh-CN" altLang="en-US" dirty="0"/>
              <a:t>不同</a:t>
            </a:r>
          </a:p>
          <a:p>
            <a:pPr lvl="1"/>
            <a:r>
              <a:rPr lang="en-US" altLang="zh-CN" dirty="0" smtClean="0"/>
              <a:t>x86/x64</a:t>
            </a:r>
          </a:p>
          <a:p>
            <a:pPr lvl="2"/>
            <a:r>
              <a:rPr lang="en-US" altLang="zh-CN" dirty="0" smtClean="0"/>
              <a:t>CPU</a:t>
            </a:r>
            <a:r>
              <a:rPr lang="zh-CN" altLang="en-US" dirty="0" smtClean="0"/>
              <a:t>借助其</a:t>
            </a:r>
            <a:r>
              <a:rPr lang="en-US" altLang="zh-CN" dirty="0" smtClean="0"/>
              <a:t>TSS</a:t>
            </a:r>
            <a:r>
              <a:rPr lang="zh-CN" altLang="en-US" dirty="0"/>
              <a:t>（任务状态段</a:t>
            </a:r>
            <a:r>
              <a:rPr lang="zh-CN" altLang="en-US" dirty="0" smtClean="0"/>
              <a:t>）找到内核栈，自动</a:t>
            </a:r>
            <a:r>
              <a:rPr lang="zh-CN" altLang="en-US" dirty="0"/>
              <a:t>把用户栈相关寄存器压入内核</a:t>
            </a:r>
            <a:r>
              <a:rPr lang="zh-CN" altLang="en-US" dirty="0" smtClean="0"/>
              <a:t>栈</a:t>
            </a:r>
            <a:endParaRPr lang="en-US" altLang="zh-CN" dirty="0" smtClean="0"/>
          </a:p>
          <a:p>
            <a:pPr lvl="2"/>
            <a:r>
              <a:rPr lang="zh-CN" altLang="en-US" dirty="0" smtClean="0"/>
              <a:t>但</a:t>
            </a:r>
            <a:r>
              <a:rPr lang="en-US" altLang="zh-CN" dirty="0" smtClean="0"/>
              <a:t>CPU</a:t>
            </a:r>
            <a:r>
              <a:rPr lang="zh-CN" altLang="en-US" dirty="0" smtClean="0"/>
              <a:t>不会自动切换到内核栈</a:t>
            </a:r>
            <a:endParaRPr lang="en-US" altLang="zh-CN" dirty="0" smtClean="0"/>
          </a:p>
          <a:p>
            <a:pPr lvl="2"/>
            <a:r>
              <a:rPr lang="zh-CN" altLang="en-US" dirty="0" smtClean="0"/>
              <a:t>随后处理程序负责切换栈</a:t>
            </a:r>
            <a:endParaRPr lang="en-US" altLang="zh-CN" dirty="0" smtClean="0"/>
          </a:p>
          <a:p>
            <a:pPr lvl="2"/>
            <a:r>
              <a:rPr lang="zh-CN" altLang="en-US" dirty="0" smtClean="0"/>
              <a:t>之后内核可找到</a:t>
            </a:r>
            <a:r>
              <a:rPr lang="zh-CN" altLang="en-US" dirty="0"/>
              <a:t>用户栈取</a:t>
            </a:r>
            <a:r>
              <a:rPr lang="zh-CN" altLang="en-US" dirty="0" smtClean="0"/>
              <a:t>参数</a:t>
            </a:r>
            <a:endParaRPr lang="zh-CN" altLang="en-US" dirty="0"/>
          </a:p>
        </p:txBody>
      </p:sp>
      <p:sp>
        <p:nvSpPr>
          <p:cNvPr id="4" name="灯片编号占位符 3"/>
          <p:cNvSpPr>
            <a:spLocks noGrp="1"/>
          </p:cNvSpPr>
          <p:nvPr>
            <p:ph type="sldNum" sz="quarter" idx="12"/>
          </p:nvPr>
        </p:nvSpPr>
        <p:spPr/>
        <p:txBody>
          <a:bodyPr/>
          <a:lstStyle/>
          <a:p>
            <a:fld id="{4093CC90-4002-504C-BD88-C9A1D374048E}" type="slidenum">
              <a:rPr lang="zh-CN" altLang="en-US" smtClean="0"/>
              <a:pPr/>
              <a:t>16</a:t>
            </a:fld>
            <a:endParaRPr lang="zh-CN" altLang="en-US" dirty="0"/>
          </a:p>
        </p:txBody>
      </p:sp>
      <p:grpSp>
        <p:nvGrpSpPr>
          <p:cNvPr id="5" name="组合 4"/>
          <p:cNvGrpSpPr/>
          <p:nvPr/>
        </p:nvGrpSpPr>
        <p:grpSpPr>
          <a:xfrm>
            <a:off x="6056326" y="4084133"/>
            <a:ext cx="2530947" cy="2314188"/>
            <a:chOff x="5770576" y="3988883"/>
            <a:chExt cx="2530947" cy="2314188"/>
          </a:xfrm>
        </p:grpSpPr>
        <p:sp>
          <p:nvSpPr>
            <p:cNvPr id="6" name="文本框 2"/>
            <p:cNvSpPr txBox="1"/>
            <p:nvPr/>
          </p:nvSpPr>
          <p:spPr>
            <a:xfrm>
              <a:off x="5775000" y="4939043"/>
              <a:ext cx="1599522" cy="271400"/>
            </a:xfrm>
            <a:prstGeom prst="rect">
              <a:avLst/>
            </a:prstGeom>
            <a:solidFill>
              <a:schemeClr val="lt1"/>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36000" tIns="0" rIns="36000" bIns="0" numCol="1" spcCol="0" rtlCol="0" fromWordArt="0" anchor="ctr" anchorCtr="0" forceAA="0" compatLnSpc="1">
              <a:prstTxWarp prst="textNoShape">
                <a:avLst/>
              </a:prstTxWarp>
              <a:noAutofit/>
            </a:bodyPr>
            <a:lstStyle/>
            <a:p>
              <a:pPr algn="ctr">
                <a:spcAft>
                  <a:spcPts val="0"/>
                </a:spcAft>
              </a:pPr>
              <a:r>
                <a:rPr lang="zh-CN" altLang="en-US" sz="1400" dirty="0" smtClean="0">
                  <a:effectLst/>
                  <a:latin typeface="Consolas" panose="020B0609020204030204" pitchFamily="49" charset="0"/>
                  <a:ea typeface="宋体" panose="02010600030101010101" pitchFamily="2" charset="-122"/>
                  <a:cs typeface="Times New Roman" panose="02020603050405020304" pitchFamily="18" charset="0"/>
                </a:rPr>
                <a:t>用户程序的</a:t>
              </a:r>
              <a:r>
                <a:rPr lang="en-US" altLang="zh-CN" sz="1400" dirty="0" smtClean="0">
                  <a:effectLst/>
                  <a:latin typeface="Consolas" panose="020B0609020204030204" pitchFamily="49" charset="0"/>
                  <a:ea typeface="宋体" panose="02010600030101010101" pitchFamily="2" charset="-122"/>
                  <a:cs typeface="Times New Roman" panose="02020603050405020304" pitchFamily="18" charset="0"/>
                </a:rPr>
                <a:t>EIP</a:t>
              </a:r>
              <a:endParaRPr lang="zh-CN" sz="1400" dirty="0">
                <a:effectLst/>
                <a:latin typeface="宋体" panose="02010600030101010101" pitchFamily="2" charset="-122"/>
                <a:ea typeface="宋体" panose="02010600030101010101" pitchFamily="2" charset="-122"/>
                <a:cs typeface="宋体" panose="02010600030101010101" pitchFamily="2" charset="-122"/>
              </a:endParaRPr>
            </a:p>
          </p:txBody>
        </p:sp>
        <p:sp>
          <p:nvSpPr>
            <p:cNvPr id="7" name="文本框 2"/>
            <p:cNvSpPr txBox="1"/>
            <p:nvPr/>
          </p:nvSpPr>
          <p:spPr>
            <a:xfrm>
              <a:off x="5775000" y="5213458"/>
              <a:ext cx="1599522" cy="271400"/>
            </a:xfrm>
            <a:prstGeom prst="rect">
              <a:avLst/>
            </a:prstGeom>
            <a:solidFill>
              <a:schemeClr val="lt1"/>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36000" tIns="0" rIns="36000" bIns="0" numCol="1" spcCol="0" rtlCol="0" fromWordArt="0" anchor="ctr" anchorCtr="0" forceAA="0" compatLnSpc="1">
              <a:prstTxWarp prst="textNoShape">
                <a:avLst/>
              </a:prstTxWarp>
              <a:noAutofit/>
            </a:bodyPr>
            <a:lstStyle/>
            <a:p>
              <a:pPr algn="ctr">
                <a:spcAft>
                  <a:spcPts val="0"/>
                </a:spcAft>
              </a:pPr>
              <a:r>
                <a:rPr lang="zh-CN" altLang="en-US" sz="1400" dirty="0" smtClean="0">
                  <a:effectLst/>
                  <a:latin typeface="Consolas" panose="020B0609020204030204" pitchFamily="49" charset="0"/>
                  <a:ea typeface="宋体" panose="02010600030101010101" pitchFamily="2" charset="-122"/>
                  <a:cs typeface="Times New Roman" panose="02020603050405020304" pitchFamily="18" charset="0"/>
                </a:rPr>
                <a:t>用户程序的</a:t>
              </a:r>
              <a:r>
                <a:rPr lang="en-US" altLang="zh-CN" sz="1400" dirty="0" smtClean="0">
                  <a:effectLst/>
                  <a:latin typeface="Consolas" panose="020B0609020204030204" pitchFamily="49" charset="0"/>
                  <a:ea typeface="宋体" panose="02010600030101010101" pitchFamily="2" charset="-122"/>
                  <a:cs typeface="Times New Roman" panose="02020603050405020304" pitchFamily="18" charset="0"/>
                </a:rPr>
                <a:t>CS</a:t>
              </a:r>
              <a:endParaRPr lang="zh-CN" sz="1400" dirty="0">
                <a:effectLst/>
                <a:latin typeface="宋体" panose="02010600030101010101" pitchFamily="2" charset="-122"/>
                <a:ea typeface="宋体" panose="02010600030101010101" pitchFamily="2" charset="-122"/>
                <a:cs typeface="宋体" panose="02010600030101010101" pitchFamily="2" charset="-122"/>
              </a:endParaRPr>
            </a:p>
          </p:txBody>
        </p:sp>
        <p:sp>
          <p:nvSpPr>
            <p:cNvPr id="8" name="文本框 2"/>
            <p:cNvSpPr txBox="1"/>
            <p:nvPr/>
          </p:nvSpPr>
          <p:spPr>
            <a:xfrm>
              <a:off x="5775000" y="5487873"/>
              <a:ext cx="1599522" cy="271400"/>
            </a:xfrm>
            <a:prstGeom prst="rect">
              <a:avLst/>
            </a:prstGeom>
            <a:solidFill>
              <a:schemeClr val="lt1"/>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36000" tIns="0" rIns="36000" bIns="0" numCol="1" spcCol="0" rtlCol="0" fromWordArt="0" anchor="ctr" anchorCtr="0" forceAA="0" compatLnSpc="1">
              <a:prstTxWarp prst="textNoShape">
                <a:avLst/>
              </a:prstTxWarp>
              <a:noAutofit/>
            </a:bodyPr>
            <a:lstStyle/>
            <a:p>
              <a:pPr algn="ctr">
                <a:spcAft>
                  <a:spcPts val="0"/>
                </a:spcAft>
              </a:pPr>
              <a:r>
                <a:rPr lang="en-US" altLang="zh-CN" sz="1400" dirty="0" smtClean="0">
                  <a:effectLst/>
                  <a:latin typeface="Consolas" panose="020B0609020204030204" pitchFamily="49" charset="0"/>
                  <a:ea typeface="宋体" panose="02010600030101010101" pitchFamily="2" charset="-122"/>
                  <a:cs typeface="Times New Roman" panose="02020603050405020304" pitchFamily="18" charset="0"/>
                </a:rPr>
                <a:t>EFLAGS</a:t>
              </a:r>
              <a:endParaRPr lang="zh-CN" sz="1400" dirty="0">
                <a:effectLst/>
                <a:latin typeface="宋体" panose="02010600030101010101" pitchFamily="2" charset="-122"/>
                <a:ea typeface="宋体" panose="02010600030101010101" pitchFamily="2" charset="-122"/>
                <a:cs typeface="宋体" panose="02010600030101010101" pitchFamily="2" charset="-122"/>
              </a:endParaRPr>
            </a:p>
          </p:txBody>
        </p:sp>
        <p:sp>
          <p:nvSpPr>
            <p:cNvPr id="9" name="文本框 2"/>
            <p:cNvSpPr txBox="1"/>
            <p:nvPr/>
          </p:nvSpPr>
          <p:spPr>
            <a:xfrm>
              <a:off x="5775000" y="5755252"/>
              <a:ext cx="1599522" cy="271400"/>
            </a:xfrm>
            <a:prstGeom prst="rect">
              <a:avLst/>
            </a:prstGeom>
            <a:solidFill>
              <a:schemeClr val="lt1"/>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36000" tIns="0" rIns="36000" bIns="0" numCol="1" spcCol="0" rtlCol="0" fromWordArt="0" anchor="ctr" anchorCtr="0" forceAA="0" compatLnSpc="1">
              <a:prstTxWarp prst="textNoShape">
                <a:avLst/>
              </a:prstTxWarp>
              <a:noAutofit/>
            </a:bodyPr>
            <a:lstStyle/>
            <a:p>
              <a:pPr algn="ctr">
                <a:spcAft>
                  <a:spcPts val="0"/>
                </a:spcAft>
              </a:pPr>
              <a:r>
                <a:rPr lang="zh-CN" altLang="en-US" sz="1400" dirty="0" smtClean="0">
                  <a:effectLst/>
                  <a:latin typeface="Consolas" panose="020B0609020204030204" pitchFamily="49" charset="0"/>
                  <a:ea typeface="宋体" panose="02010600030101010101" pitchFamily="2" charset="-122"/>
                  <a:cs typeface="Times New Roman" panose="02020603050405020304" pitchFamily="18" charset="0"/>
                </a:rPr>
                <a:t>用户堆栈的</a:t>
              </a:r>
              <a:r>
                <a:rPr lang="en-US" altLang="zh-CN" sz="1400" dirty="0" smtClean="0">
                  <a:effectLst/>
                  <a:latin typeface="Consolas" panose="020B0609020204030204" pitchFamily="49" charset="0"/>
                  <a:ea typeface="宋体" panose="02010600030101010101" pitchFamily="2" charset="-122"/>
                  <a:cs typeface="Times New Roman" panose="02020603050405020304" pitchFamily="18" charset="0"/>
                </a:rPr>
                <a:t>ESP</a:t>
              </a:r>
              <a:endParaRPr lang="zh-CN" sz="1400" dirty="0">
                <a:effectLst/>
                <a:latin typeface="宋体" panose="02010600030101010101" pitchFamily="2" charset="-122"/>
                <a:ea typeface="宋体" panose="02010600030101010101" pitchFamily="2" charset="-122"/>
                <a:cs typeface="宋体" panose="02010600030101010101" pitchFamily="2" charset="-122"/>
              </a:endParaRPr>
            </a:p>
          </p:txBody>
        </p:sp>
        <p:sp>
          <p:nvSpPr>
            <p:cNvPr id="10" name="文本框 2"/>
            <p:cNvSpPr txBox="1"/>
            <p:nvPr/>
          </p:nvSpPr>
          <p:spPr>
            <a:xfrm>
              <a:off x="5775000" y="6029667"/>
              <a:ext cx="1599522" cy="271400"/>
            </a:xfrm>
            <a:prstGeom prst="rect">
              <a:avLst/>
            </a:prstGeom>
            <a:solidFill>
              <a:schemeClr val="lt1"/>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36000" tIns="0" rIns="36000" bIns="0" numCol="1" spcCol="0" rtlCol="0" fromWordArt="0" anchor="ctr" anchorCtr="0" forceAA="0" compatLnSpc="1">
              <a:prstTxWarp prst="textNoShape">
                <a:avLst/>
              </a:prstTxWarp>
              <a:noAutofit/>
            </a:bodyPr>
            <a:lstStyle/>
            <a:p>
              <a:pPr algn="ctr">
                <a:spcAft>
                  <a:spcPts val="0"/>
                </a:spcAft>
              </a:pPr>
              <a:r>
                <a:rPr lang="zh-CN" altLang="en-US" sz="1400" dirty="0" smtClean="0">
                  <a:effectLst/>
                  <a:latin typeface="Consolas" panose="020B0609020204030204" pitchFamily="49" charset="0"/>
                  <a:ea typeface="宋体" panose="02010600030101010101" pitchFamily="2" charset="-122"/>
                  <a:cs typeface="Times New Roman" panose="02020603050405020304" pitchFamily="18" charset="0"/>
                </a:rPr>
                <a:t>用户堆栈的</a:t>
              </a:r>
              <a:r>
                <a:rPr lang="en-US" altLang="zh-CN" sz="1400" dirty="0" smtClean="0">
                  <a:effectLst/>
                  <a:latin typeface="Consolas" panose="020B0609020204030204" pitchFamily="49" charset="0"/>
                  <a:ea typeface="宋体" panose="02010600030101010101" pitchFamily="2" charset="-122"/>
                  <a:cs typeface="Times New Roman" panose="02020603050405020304" pitchFamily="18" charset="0"/>
                </a:rPr>
                <a:t>SS</a:t>
              </a:r>
              <a:endParaRPr lang="zh-CN" sz="1400" dirty="0">
                <a:effectLst/>
                <a:latin typeface="宋体" panose="02010600030101010101" pitchFamily="2" charset="-122"/>
                <a:ea typeface="宋体" panose="02010600030101010101" pitchFamily="2" charset="-122"/>
                <a:cs typeface="宋体" panose="02010600030101010101" pitchFamily="2" charset="-122"/>
              </a:endParaRPr>
            </a:p>
          </p:txBody>
        </p:sp>
        <p:sp>
          <p:nvSpPr>
            <p:cNvPr id="11" name="文本框 2"/>
            <p:cNvSpPr txBox="1"/>
            <p:nvPr/>
          </p:nvSpPr>
          <p:spPr>
            <a:xfrm>
              <a:off x="5770576" y="4464576"/>
              <a:ext cx="1599522" cy="481503"/>
            </a:xfrm>
            <a:prstGeom prst="rect">
              <a:avLst/>
            </a:prstGeom>
            <a:noFill/>
            <a:ln w="6350">
              <a:solidFill>
                <a:schemeClr val="tx1"/>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36000" tIns="0" rIns="36000" bIns="0" numCol="1" spcCol="0" rtlCol="0" fromWordArt="0" anchor="ctr" anchorCtr="0" forceAA="0" compatLnSpc="1">
              <a:prstTxWarp prst="textNoShape">
                <a:avLst/>
              </a:prstTxWarp>
              <a:noAutofit/>
            </a:bodyPr>
            <a:lstStyle/>
            <a:p>
              <a:pPr algn="ctr">
                <a:spcAft>
                  <a:spcPts val="0"/>
                </a:spcAft>
              </a:pPr>
              <a:r>
                <a:rPr lang="en-US" altLang="zh-CN" sz="1400" dirty="0" smtClean="0">
                  <a:latin typeface="Consolas" panose="020B0609020204030204" pitchFamily="49" charset="0"/>
                  <a:ea typeface="宋体" panose="02010600030101010101" pitchFamily="2" charset="-122"/>
                  <a:cs typeface="Times New Roman" panose="02020603050405020304" pitchFamily="18" charset="0"/>
                </a:rPr>
                <a:t>......</a:t>
              </a:r>
              <a:endParaRPr lang="zh-CN" sz="1400" dirty="0">
                <a:effectLst/>
                <a:latin typeface="宋体" panose="02010600030101010101" pitchFamily="2" charset="-122"/>
                <a:ea typeface="宋体" panose="02010600030101010101" pitchFamily="2" charset="-122"/>
                <a:cs typeface="宋体" panose="02010600030101010101" pitchFamily="2" charset="-122"/>
              </a:endParaRPr>
            </a:p>
          </p:txBody>
        </p:sp>
        <p:cxnSp>
          <p:nvCxnSpPr>
            <p:cNvPr id="12" name="直接连接符 11"/>
            <p:cNvCxnSpPr/>
            <p:nvPr/>
          </p:nvCxnSpPr>
          <p:spPr bwMode="auto">
            <a:xfrm flipV="1">
              <a:off x="5775000" y="3990574"/>
              <a:ext cx="0" cy="478020"/>
            </a:xfrm>
            <a:prstGeom prst="line">
              <a:avLst/>
            </a:prstGeom>
            <a:gradFill rotWithShape="0">
              <a:gsLst>
                <a:gs pos="0">
                  <a:srgbClr val="99CCFF"/>
                </a:gs>
                <a:gs pos="100000">
                  <a:schemeClr val="bg2"/>
                </a:gs>
              </a:gsLst>
              <a:lin ang="5400000" scaled="1"/>
            </a:gradFill>
            <a:ln w="9525" cap="flat" cmpd="sng" algn="ctr">
              <a:solidFill>
                <a:schemeClr val="tx1"/>
              </a:solidFill>
              <a:prstDash val="solid"/>
              <a:round/>
              <a:headEnd type="none" w="med" len="med"/>
              <a:tailEnd type="none" w="med" len="med"/>
            </a:ln>
          </p:spPr>
        </p:cxnSp>
        <p:cxnSp>
          <p:nvCxnSpPr>
            <p:cNvPr id="13" name="直接连接符 12"/>
            <p:cNvCxnSpPr/>
            <p:nvPr/>
          </p:nvCxnSpPr>
          <p:spPr bwMode="auto">
            <a:xfrm flipV="1">
              <a:off x="7374522" y="3990575"/>
              <a:ext cx="0" cy="478018"/>
            </a:xfrm>
            <a:prstGeom prst="line">
              <a:avLst/>
            </a:prstGeom>
            <a:gradFill rotWithShape="0">
              <a:gsLst>
                <a:gs pos="0">
                  <a:srgbClr val="99CCFF"/>
                </a:gs>
                <a:gs pos="100000">
                  <a:schemeClr val="bg2"/>
                </a:gs>
              </a:gsLst>
              <a:lin ang="5400000" scaled="1"/>
            </a:gradFill>
            <a:ln w="9525" cap="flat" cmpd="sng" algn="ctr">
              <a:solidFill>
                <a:schemeClr val="tx1"/>
              </a:solidFill>
              <a:prstDash val="solid"/>
              <a:round/>
              <a:headEnd type="none" w="med" len="med"/>
              <a:tailEnd type="none" w="med" len="med"/>
            </a:ln>
          </p:spPr>
        </p:cxnSp>
        <p:sp>
          <p:nvSpPr>
            <p:cNvPr id="14" name="文本框 13"/>
            <p:cNvSpPr txBox="1"/>
            <p:nvPr/>
          </p:nvSpPr>
          <p:spPr>
            <a:xfrm>
              <a:off x="7370098" y="3988883"/>
              <a:ext cx="364202" cy="307777"/>
            </a:xfrm>
            <a:prstGeom prst="rect">
              <a:avLst/>
            </a:prstGeom>
            <a:noFill/>
          </p:spPr>
          <p:txBody>
            <a:bodyPr wrap="none" rtlCol="0">
              <a:spAutoFit/>
            </a:bodyPr>
            <a:lstStyle/>
            <a:p>
              <a:r>
                <a:rPr lang="zh-CN" altLang="en-US" sz="1400" dirty="0" smtClean="0"/>
                <a:t>低</a:t>
              </a:r>
              <a:endParaRPr lang="zh-CN" altLang="en-US" dirty="0"/>
            </a:p>
          </p:txBody>
        </p:sp>
        <p:sp>
          <p:nvSpPr>
            <p:cNvPr id="15" name="文本框 14"/>
            <p:cNvSpPr txBox="1"/>
            <p:nvPr/>
          </p:nvSpPr>
          <p:spPr>
            <a:xfrm>
              <a:off x="7370098" y="5995294"/>
              <a:ext cx="364202" cy="307777"/>
            </a:xfrm>
            <a:prstGeom prst="rect">
              <a:avLst/>
            </a:prstGeom>
            <a:noFill/>
          </p:spPr>
          <p:txBody>
            <a:bodyPr wrap="none" rtlCol="0">
              <a:spAutoFit/>
            </a:bodyPr>
            <a:lstStyle/>
            <a:p>
              <a:r>
                <a:rPr lang="zh-CN" altLang="en-US" sz="1400" dirty="0" smtClean="0"/>
                <a:t>高</a:t>
              </a:r>
              <a:endParaRPr lang="zh-CN" altLang="en-US" dirty="0"/>
            </a:p>
          </p:txBody>
        </p:sp>
        <p:sp>
          <p:nvSpPr>
            <p:cNvPr id="16" name="文本框 15"/>
            <p:cNvSpPr txBox="1"/>
            <p:nvPr/>
          </p:nvSpPr>
          <p:spPr>
            <a:xfrm>
              <a:off x="7817095" y="4308944"/>
              <a:ext cx="484428" cy="307777"/>
            </a:xfrm>
            <a:prstGeom prst="rect">
              <a:avLst/>
            </a:prstGeom>
            <a:noFill/>
          </p:spPr>
          <p:txBody>
            <a:bodyPr wrap="none" rtlCol="0">
              <a:spAutoFit/>
            </a:bodyPr>
            <a:lstStyle/>
            <a:p>
              <a:r>
                <a:rPr lang="en-US" altLang="zh-CN" sz="1400" dirty="0" smtClean="0"/>
                <a:t>ESP</a:t>
              </a:r>
              <a:endParaRPr lang="zh-CN" altLang="en-US" dirty="0"/>
            </a:p>
          </p:txBody>
        </p:sp>
        <p:cxnSp>
          <p:nvCxnSpPr>
            <p:cNvPr id="17" name="直接箭头连接符 16"/>
            <p:cNvCxnSpPr>
              <a:stCxn id="16" idx="1"/>
            </p:cNvCxnSpPr>
            <p:nvPr/>
          </p:nvCxnSpPr>
          <p:spPr>
            <a:xfrm flipH="1">
              <a:off x="7370098" y="4462833"/>
              <a:ext cx="446997" cy="1425"/>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52657971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系统调用与栈</a:t>
            </a:r>
            <a:endParaRPr lang="zh-CN" altLang="en-US" dirty="0"/>
          </a:p>
        </p:txBody>
      </p:sp>
      <p:sp>
        <p:nvSpPr>
          <p:cNvPr id="3" name="内容占位符 2"/>
          <p:cNvSpPr>
            <a:spLocks noGrp="1"/>
          </p:cNvSpPr>
          <p:nvPr>
            <p:ph idx="1"/>
          </p:nvPr>
        </p:nvSpPr>
        <p:spPr/>
        <p:txBody>
          <a:bodyPr/>
          <a:lstStyle/>
          <a:p>
            <a:r>
              <a:rPr lang="zh-CN" altLang="en-US" dirty="0"/>
              <a:t>继续思考</a:t>
            </a:r>
            <a:r>
              <a:rPr lang="zh-CN" altLang="en-US" dirty="0" smtClean="0"/>
              <a:t>：栈不同，如何</a:t>
            </a:r>
            <a:r>
              <a:rPr lang="zh-CN" altLang="en-US" dirty="0"/>
              <a:t>衔接参数？</a:t>
            </a:r>
          </a:p>
          <a:p>
            <a:pPr lvl="1"/>
            <a:r>
              <a:rPr lang="zh-CN" altLang="en-US" dirty="0"/>
              <a:t>不同的</a:t>
            </a:r>
            <a:r>
              <a:rPr lang="en-US" altLang="zh-CN" dirty="0" smtClean="0"/>
              <a:t>CPU</a:t>
            </a:r>
            <a:r>
              <a:rPr lang="zh-CN" altLang="en-US" dirty="0" smtClean="0"/>
              <a:t>架构，异常</a:t>
            </a:r>
            <a:r>
              <a:rPr lang="en-US" altLang="zh-CN" dirty="0" smtClean="0"/>
              <a:t>/</a:t>
            </a:r>
            <a:r>
              <a:rPr lang="zh-CN" altLang="en-US" dirty="0" smtClean="0"/>
              <a:t>中断时，对栈的处理方法</a:t>
            </a:r>
            <a:r>
              <a:rPr lang="zh-CN" altLang="en-US" dirty="0"/>
              <a:t>不同</a:t>
            </a:r>
          </a:p>
          <a:p>
            <a:pPr lvl="1"/>
            <a:r>
              <a:rPr lang="en-US" altLang="zh-CN" dirty="0" err="1" smtClean="0"/>
              <a:t>RiscV</a:t>
            </a:r>
            <a:endParaRPr lang="en-US" altLang="zh-CN" dirty="0" smtClean="0"/>
          </a:p>
          <a:p>
            <a:pPr lvl="2"/>
            <a:r>
              <a:rPr lang="en-US" altLang="zh-CN" dirty="0" smtClean="0"/>
              <a:t>CPU</a:t>
            </a:r>
            <a:r>
              <a:rPr lang="zh-CN" altLang="en-US" dirty="0"/>
              <a:t>啥也不做</a:t>
            </a:r>
            <a:r>
              <a:rPr lang="zh-CN" altLang="en-US" dirty="0" smtClean="0"/>
              <a:t>，</a:t>
            </a:r>
            <a:r>
              <a:rPr lang="zh-CN" altLang="en-US" dirty="0"/>
              <a:t>不自动</a:t>
            </a:r>
            <a:r>
              <a:rPr lang="zh-CN" altLang="en-US" dirty="0" smtClean="0"/>
              <a:t>保存，不</a:t>
            </a:r>
            <a:r>
              <a:rPr lang="zh-CN" altLang="en-US" dirty="0"/>
              <a:t>自动切换</a:t>
            </a:r>
            <a:r>
              <a:rPr lang="zh-CN" altLang="en-US" dirty="0" smtClean="0"/>
              <a:t>栈</a:t>
            </a:r>
            <a:endParaRPr lang="en-US" altLang="zh-CN" dirty="0" smtClean="0"/>
          </a:p>
          <a:p>
            <a:pPr lvl="2"/>
            <a:r>
              <a:rPr lang="zh-CN" altLang="en-US" dirty="0" smtClean="0"/>
              <a:t>处理程序负责保存</a:t>
            </a:r>
            <a:r>
              <a:rPr lang="zh-CN" altLang="en-US" dirty="0"/>
              <a:t>用户栈相关</a:t>
            </a:r>
            <a:r>
              <a:rPr lang="zh-CN" altLang="en-US" dirty="0" smtClean="0"/>
              <a:t>寄存器</a:t>
            </a:r>
            <a:endParaRPr lang="en-US" altLang="zh-CN" dirty="0" smtClean="0"/>
          </a:p>
          <a:p>
            <a:pPr lvl="2"/>
            <a:r>
              <a:rPr lang="zh-CN" altLang="en-US" dirty="0" smtClean="0"/>
              <a:t>处理程序负责切换栈</a:t>
            </a:r>
            <a:endParaRPr lang="en-US" altLang="zh-CN" dirty="0" smtClean="0"/>
          </a:p>
          <a:p>
            <a:pPr lvl="2"/>
            <a:r>
              <a:rPr lang="zh-CN" altLang="en-US" dirty="0" smtClean="0"/>
              <a:t>内核可根据保存的寄存器数据找到</a:t>
            </a:r>
            <a:r>
              <a:rPr lang="zh-CN" altLang="en-US" dirty="0"/>
              <a:t>用户栈取</a:t>
            </a:r>
            <a:r>
              <a:rPr lang="zh-CN" altLang="en-US" dirty="0" smtClean="0"/>
              <a:t>参数</a:t>
            </a:r>
            <a:endParaRPr lang="zh-CN" altLang="en-US" dirty="0"/>
          </a:p>
        </p:txBody>
      </p:sp>
      <p:sp>
        <p:nvSpPr>
          <p:cNvPr id="4" name="灯片编号占位符 3"/>
          <p:cNvSpPr>
            <a:spLocks noGrp="1"/>
          </p:cNvSpPr>
          <p:nvPr>
            <p:ph type="sldNum" sz="quarter" idx="12"/>
          </p:nvPr>
        </p:nvSpPr>
        <p:spPr/>
        <p:txBody>
          <a:bodyPr/>
          <a:lstStyle/>
          <a:p>
            <a:fld id="{4093CC90-4002-504C-BD88-C9A1D374048E}" type="slidenum">
              <a:rPr lang="zh-CN" altLang="en-US" smtClean="0"/>
              <a:pPr/>
              <a:t>17</a:t>
            </a:fld>
            <a:endParaRPr lang="zh-CN" altLang="en-US" dirty="0"/>
          </a:p>
        </p:txBody>
      </p:sp>
    </p:spTree>
    <p:extLst>
      <p:ext uri="{BB962C8B-B14F-4D97-AF65-F5344CB8AC3E}">
        <p14:creationId xmlns:p14="http://schemas.microsoft.com/office/powerpoint/2010/main" val="14974814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系统调用与过程调用的区别</a:t>
            </a:r>
          </a:p>
        </p:txBody>
      </p:sp>
      <p:sp>
        <p:nvSpPr>
          <p:cNvPr id="3" name="内容占位符 2"/>
          <p:cNvSpPr>
            <a:spLocks noGrp="1"/>
          </p:cNvSpPr>
          <p:nvPr>
            <p:ph idx="1"/>
          </p:nvPr>
        </p:nvSpPr>
        <p:spPr/>
        <p:txBody>
          <a:bodyPr/>
          <a:lstStyle/>
          <a:p>
            <a:r>
              <a:rPr lang="zh-CN" altLang="en-US" dirty="0">
                <a:solidFill>
                  <a:srgbClr val="FF0000"/>
                </a:solidFill>
              </a:rPr>
              <a:t>运行状态</a:t>
            </a:r>
            <a:r>
              <a:rPr lang="zh-CN" altLang="en-US" dirty="0" smtClean="0"/>
              <a:t>不同</a:t>
            </a:r>
            <a:endParaRPr lang="en-US" altLang="zh-CN" dirty="0" smtClean="0"/>
          </a:p>
          <a:p>
            <a:pPr lvl="1"/>
            <a:r>
              <a:rPr lang="zh-CN" altLang="en-US" dirty="0" smtClean="0"/>
              <a:t>系统调用导致切换到核心</a:t>
            </a:r>
            <a:r>
              <a:rPr lang="zh-CN" altLang="en-US" dirty="0"/>
              <a:t>态下</a:t>
            </a:r>
            <a:r>
              <a:rPr lang="zh-CN" altLang="en-US" dirty="0" smtClean="0"/>
              <a:t>运行，切换栈</a:t>
            </a:r>
            <a:endParaRPr lang="en-US" altLang="zh-CN" dirty="0" smtClean="0"/>
          </a:p>
          <a:p>
            <a:pPr lvl="1"/>
            <a:r>
              <a:rPr lang="zh-CN" altLang="en-US" dirty="0" smtClean="0"/>
              <a:t>子程序调用不引发任何切换，仍用户</a:t>
            </a:r>
            <a:r>
              <a:rPr lang="zh-CN" altLang="en-US" dirty="0"/>
              <a:t>态下</a:t>
            </a:r>
            <a:r>
              <a:rPr lang="zh-CN" altLang="en-US" dirty="0" smtClean="0"/>
              <a:t>运行，使用同一个栈</a:t>
            </a:r>
            <a:endParaRPr lang="en-US" altLang="zh-CN" dirty="0" smtClean="0"/>
          </a:p>
          <a:p>
            <a:pPr lvl="2"/>
            <a:r>
              <a:rPr lang="zh-CN" altLang="en-US" dirty="0" smtClean="0"/>
              <a:t>理论上</a:t>
            </a:r>
            <a:r>
              <a:rPr lang="zh-CN" altLang="zh-CN" dirty="0"/>
              <a:t>可偷窥调用者栈变量和历史函数的栈遗迹</a:t>
            </a:r>
            <a:endParaRPr lang="zh-CN" altLang="en-US" dirty="0"/>
          </a:p>
          <a:p>
            <a:r>
              <a:rPr lang="zh-CN" altLang="en-US" dirty="0">
                <a:solidFill>
                  <a:srgbClr val="FF0000"/>
                </a:solidFill>
              </a:rPr>
              <a:t>进入方式</a:t>
            </a:r>
            <a:r>
              <a:rPr lang="zh-CN" altLang="en-US" dirty="0" smtClean="0"/>
              <a:t>不同</a:t>
            </a:r>
            <a:endParaRPr lang="en-US" altLang="zh-CN" dirty="0" smtClean="0"/>
          </a:p>
          <a:p>
            <a:pPr lvl="1"/>
            <a:r>
              <a:rPr lang="zh-CN" altLang="en-US" dirty="0" smtClean="0"/>
              <a:t>系统</a:t>
            </a:r>
            <a:r>
              <a:rPr lang="zh-CN" altLang="en-US" dirty="0"/>
              <a:t>调用通过中断机构进入</a:t>
            </a:r>
            <a:r>
              <a:rPr lang="zh-CN" altLang="en-US" dirty="0" smtClean="0"/>
              <a:t>以</a:t>
            </a:r>
            <a:r>
              <a:rPr lang="zh-CN" altLang="en-US" dirty="0"/>
              <a:t>改变</a:t>
            </a:r>
            <a:r>
              <a:rPr lang="zh-CN" altLang="en-US" dirty="0" smtClean="0"/>
              <a:t>运行状态</a:t>
            </a:r>
            <a:endParaRPr lang="en-US" altLang="zh-CN" dirty="0" smtClean="0"/>
          </a:p>
          <a:p>
            <a:pPr lvl="1"/>
            <a:r>
              <a:rPr lang="zh-CN" altLang="en-US" dirty="0" smtClean="0"/>
              <a:t>子程序</a:t>
            </a:r>
            <a:r>
              <a:rPr lang="zh-CN" altLang="en-US" dirty="0"/>
              <a:t>直接调用不涉及运行状态</a:t>
            </a:r>
            <a:r>
              <a:rPr lang="zh-CN" altLang="en-US" dirty="0" smtClean="0"/>
              <a:t>改变</a:t>
            </a:r>
            <a:endParaRPr lang="zh-CN" altLang="en-US" dirty="0"/>
          </a:p>
        </p:txBody>
      </p:sp>
      <p:sp>
        <p:nvSpPr>
          <p:cNvPr id="4" name="灯片编号占位符 3"/>
          <p:cNvSpPr>
            <a:spLocks noGrp="1"/>
          </p:cNvSpPr>
          <p:nvPr>
            <p:ph type="sldNum" sz="quarter" idx="12"/>
          </p:nvPr>
        </p:nvSpPr>
        <p:spPr/>
        <p:txBody>
          <a:bodyPr/>
          <a:lstStyle/>
          <a:p>
            <a:fld id="{4093CC90-4002-504C-BD88-C9A1D374048E}" type="slidenum">
              <a:rPr lang="zh-CN" altLang="en-US" smtClean="0"/>
              <a:pPr/>
              <a:t>18</a:t>
            </a:fld>
            <a:endParaRPr lang="zh-CN" altLang="en-US" dirty="0"/>
          </a:p>
        </p:txBody>
      </p:sp>
      <p:sp>
        <p:nvSpPr>
          <p:cNvPr id="5" name="圆角矩形标注 4"/>
          <p:cNvSpPr/>
          <p:nvPr/>
        </p:nvSpPr>
        <p:spPr bwMode="auto">
          <a:xfrm>
            <a:off x="828675" y="5495926"/>
            <a:ext cx="7298375" cy="1028700"/>
          </a:xfrm>
          <a:prstGeom prst="wedgeRoundRectCallout">
            <a:avLst>
              <a:gd name="adj1" fmla="val -6257"/>
              <a:gd name="adj2" fmla="val -112883"/>
              <a:gd name="adj3" fmla="val 16667"/>
            </a:avLst>
          </a:prstGeom>
          <a:solidFill>
            <a:schemeClr val="accent5"/>
          </a:solidFill>
          <a:ln w="9525" cap="flat" cmpd="sng" algn="ctr">
            <a:solidFill>
              <a:schemeClr val="tx1"/>
            </a:solidFill>
            <a:prstDash val="solid"/>
            <a:round/>
            <a:headEnd type="none" w="med" len="med"/>
            <a:tailEnd type="none" w="med" len="med"/>
          </a:ln>
        </p:spPr>
        <p:txBody>
          <a:bodyPr vert="horz" wrap="square" lIns="91440" tIns="45720" rIns="91440" bIns="45720" numCol="1" rtlCol="0" anchor="ctr" anchorCtr="0" compatLnSpc="1"/>
          <a:lstStyle/>
          <a:p>
            <a:pPr fontAlgn="base">
              <a:lnSpc>
                <a:spcPct val="90000"/>
              </a:lnSpc>
              <a:spcBef>
                <a:spcPct val="20000"/>
              </a:spcBef>
              <a:spcAft>
                <a:spcPct val="0"/>
              </a:spcAft>
              <a:buClr>
                <a:schemeClr val="folHlink"/>
              </a:buClr>
              <a:buSzPct val="60000"/>
            </a:pPr>
            <a:r>
              <a:rPr lang="zh-CN" altLang="en-US" sz="2000" dirty="0" smtClean="0"/>
              <a:t>问题</a:t>
            </a:r>
            <a:r>
              <a:rPr lang="en-US" altLang="zh-CN" sz="2000" dirty="0" smtClean="0"/>
              <a:t>2.1</a:t>
            </a:r>
            <a:r>
              <a:rPr lang="zh-CN" altLang="en-US" sz="2000" dirty="0"/>
              <a:t>：系统调用通过软中断触发，但中断的处理必须简短，否则会耽误接收处理其它中断。如果系统调用需要执行较长的时间，怎么办？</a:t>
            </a:r>
            <a:endParaRPr kumimoji="1" lang="zh-CN" altLang="en-US" sz="2000" b="0" i="0" u="none" strike="noStrike" cap="none" normalizeH="0" baseline="0" dirty="0" smtClean="0">
              <a:ln>
                <a:noFill/>
              </a:ln>
              <a:solidFill>
                <a:schemeClr val="tx1"/>
              </a:solidFill>
              <a:effectLst/>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330308282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xit" presetSubtype="0" fill="hold" grpId="1" nodeType="clickEffect">
                                  <p:stCondLst>
                                    <p:cond delay="0"/>
                                  </p:stCondLst>
                                  <p:childTnLst>
                                    <p:set>
                                      <p:cBhvr>
                                        <p:cTn id="10" dur="1" fill="hold">
                                          <p:stCondLst>
                                            <p:cond delay="0"/>
                                          </p:stCondLst>
                                        </p:cTn>
                                        <p:tgtEl>
                                          <p:spTgt spid="5"/>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5" grpId="1"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系统调用案例（</a:t>
            </a:r>
            <a:r>
              <a:rPr lang="en-US" altLang="zh-CN" dirty="0" err="1" smtClean="0"/>
              <a:t>RiscV</a:t>
            </a:r>
            <a:r>
              <a:rPr lang="zh-CN" altLang="en-US" dirty="0" smtClean="0"/>
              <a:t>）</a:t>
            </a:r>
            <a:endParaRPr lang="zh-CN" altLang="en-US" dirty="0"/>
          </a:p>
        </p:txBody>
      </p:sp>
      <p:sp>
        <p:nvSpPr>
          <p:cNvPr id="4" name="灯片编号占位符 3"/>
          <p:cNvSpPr>
            <a:spLocks noGrp="1"/>
          </p:cNvSpPr>
          <p:nvPr>
            <p:ph type="sldNum" sz="quarter" idx="12"/>
          </p:nvPr>
        </p:nvSpPr>
        <p:spPr/>
        <p:txBody>
          <a:bodyPr/>
          <a:lstStyle/>
          <a:p>
            <a:fld id="{4093CC90-4002-504C-BD88-C9A1D374048E}" type="slidenum">
              <a:rPr lang="zh-CN" altLang="en-US" smtClean="0"/>
              <a:pPr/>
              <a:t>19</a:t>
            </a:fld>
            <a:endParaRPr lang="zh-CN" altLang="en-US" dirty="0"/>
          </a:p>
        </p:txBody>
      </p:sp>
      <p:sp>
        <p:nvSpPr>
          <p:cNvPr id="5" name="文本框 4"/>
          <p:cNvSpPr txBox="1"/>
          <p:nvPr/>
        </p:nvSpPr>
        <p:spPr>
          <a:xfrm>
            <a:off x="4075566" y="1314640"/>
            <a:ext cx="1973617" cy="1384995"/>
          </a:xfrm>
          <a:prstGeom prst="rect">
            <a:avLst/>
          </a:prstGeom>
          <a:noFill/>
          <a:ln>
            <a:solidFill>
              <a:srgbClr val="0070C0"/>
            </a:solidFill>
          </a:ln>
        </p:spPr>
        <p:txBody>
          <a:bodyPr wrap="none" rtlCol="0">
            <a:spAutoFit/>
          </a:bodyPr>
          <a:lstStyle/>
          <a:p>
            <a:r>
              <a:rPr lang="zh-CN" altLang="en-US" sz="1400" dirty="0" smtClean="0">
                <a:solidFill>
                  <a:srgbClr val="0070C0"/>
                </a:solidFill>
                <a:latin typeface="Consolas" panose="020B0609020204030204" pitchFamily="49" charset="0"/>
              </a:rPr>
              <a:t>用户态程序</a:t>
            </a:r>
            <a:endParaRPr lang="en-US" altLang="zh-CN" sz="1400" dirty="0" smtClean="0">
              <a:solidFill>
                <a:srgbClr val="0070C0"/>
              </a:solidFill>
              <a:latin typeface="Consolas" panose="020B0609020204030204" pitchFamily="49" charset="0"/>
            </a:endParaRPr>
          </a:p>
          <a:p>
            <a:r>
              <a:rPr lang="en-US" altLang="zh-CN" sz="1400" dirty="0" smtClean="0">
                <a:solidFill>
                  <a:srgbClr val="0070C0"/>
                </a:solidFill>
                <a:latin typeface="Consolas" panose="020B0609020204030204" pitchFamily="49" charset="0"/>
              </a:rPr>
              <a:t>#</a:t>
            </a:r>
            <a:r>
              <a:rPr lang="en-US" altLang="zh-CN" sz="1400" dirty="0">
                <a:solidFill>
                  <a:srgbClr val="0070C0"/>
                </a:solidFill>
                <a:latin typeface="Consolas" panose="020B0609020204030204" pitchFamily="49" charset="0"/>
              </a:rPr>
              <a:t>define </a:t>
            </a:r>
            <a:r>
              <a:rPr lang="en-US" altLang="zh-CN" sz="1400" dirty="0" err="1">
                <a:solidFill>
                  <a:srgbClr val="0070C0"/>
                </a:solidFill>
                <a:latin typeface="Consolas" panose="020B0609020204030204" pitchFamily="49" charset="0"/>
              </a:rPr>
              <a:t>SYS_fork</a:t>
            </a:r>
            <a:r>
              <a:rPr lang="en-US" altLang="zh-CN" sz="1400" dirty="0">
                <a:solidFill>
                  <a:srgbClr val="0070C0"/>
                </a:solidFill>
                <a:latin typeface="Consolas" panose="020B0609020204030204" pitchFamily="49" charset="0"/>
              </a:rPr>
              <a:t> 1</a:t>
            </a:r>
          </a:p>
          <a:p>
            <a:r>
              <a:rPr lang="en-US" altLang="zh-CN" sz="1400" dirty="0">
                <a:solidFill>
                  <a:srgbClr val="0070C0"/>
                </a:solidFill>
                <a:latin typeface="Consolas" panose="020B0609020204030204" pitchFamily="49" charset="0"/>
              </a:rPr>
              <a:t>......</a:t>
            </a:r>
          </a:p>
          <a:p>
            <a:r>
              <a:rPr lang="en-US" altLang="zh-CN" sz="1400" dirty="0">
                <a:solidFill>
                  <a:srgbClr val="0070C0"/>
                </a:solidFill>
                <a:latin typeface="Consolas" panose="020B0609020204030204" pitchFamily="49" charset="0"/>
              </a:rPr>
              <a:t>li a7, </a:t>
            </a:r>
            <a:r>
              <a:rPr lang="en-US" altLang="zh-CN" sz="1400" dirty="0" err="1">
                <a:solidFill>
                  <a:srgbClr val="0070C0"/>
                </a:solidFill>
                <a:latin typeface="Consolas" panose="020B0609020204030204" pitchFamily="49" charset="0"/>
              </a:rPr>
              <a:t>SYS_fork</a:t>
            </a:r>
            <a:endParaRPr lang="en-US" altLang="zh-CN" sz="1400" dirty="0">
              <a:solidFill>
                <a:srgbClr val="0070C0"/>
              </a:solidFill>
              <a:latin typeface="Consolas" panose="020B0609020204030204" pitchFamily="49" charset="0"/>
            </a:endParaRPr>
          </a:p>
          <a:p>
            <a:r>
              <a:rPr lang="en-US" altLang="zh-CN" sz="1400" dirty="0" err="1">
                <a:solidFill>
                  <a:srgbClr val="0070C0"/>
                </a:solidFill>
                <a:latin typeface="Consolas" panose="020B0609020204030204" pitchFamily="49" charset="0"/>
              </a:rPr>
              <a:t>ecall</a:t>
            </a:r>
            <a:endParaRPr lang="en-US" altLang="zh-CN" sz="1400" dirty="0">
              <a:solidFill>
                <a:srgbClr val="0070C0"/>
              </a:solidFill>
              <a:latin typeface="Consolas" panose="020B0609020204030204" pitchFamily="49" charset="0"/>
            </a:endParaRPr>
          </a:p>
          <a:p>
            <a:r>
              <a:rPr lang="en-US" altLang="zh-CN" sz="1400" dirty="0">
                <a:solidFill>
                  <a:srgbClr val="0070C0"/>
                </a:solidFill>
                <a:latin typeface="Consolas" panose="020B0609020204030204" pitchFamily="49" charset="0"/>
              </a:rPr>
              <a:t>......</a:t>
            </a:r>
            <a:endParaRPr lang="zh-CN" altLang="en-US" sz="1400" dirty="0">
              <a:solidFill>
                <a:srgbClr val="0070C0"/>
              </a:solidFill>
              <a:latin typeface="Consolas" panose="020B0609020204030204" pitchFamily="49" charset="0"/>
            </a:endParaRPr>
          </a:p>
        </p:txBody>
      </p:sp>
      <p:sp>
        <p:nvSpPr>
          <p:cNvPr id="6" name="文本框 5"/>
          <p:cNvSpPr txBox="1"/>
          <p:nvPr/>
        </p:nvSpPr>
        <p:spPr>
          <a:xfrm>
            <a:off x="337099" y="1310395"/>
            <a:ext cx="3365024" cy="2246769"/>
          </a:xfrm>
          <a:prstGeom prst="rect">
            <a:avLst/>
          </a:prstGeom>
          <a:noFill/>
        </p:spPr>
        <p:txBody>
          <a:bodyPr wrap="none" rtlCol="0">
            <a:spAutoFit/>
          </a:bodyPr>
          <a:lstStyle/>
          <a:p>
            <a:r>
              <a:rPr lang="zh-CN" altLang="en-US" sz="1400" dirty="0" smtClean="0">
                <a:latin typeface="Consolas" panose="020B0609020204030204" pitchFamily="49" charset="0"/>
              </a:rPr>
              <a:t>异常</a:t>
            </a:r>
            <a:r>
              <a:rPr lang="en-US" altLang="zh-CN" sz="1400" dirty="0" smtClean="0">
                <a:latin typeface="Consolas" panose="020B0609020204030204" pitchFamily="49" charset="0"/>
              </a:rPr>
              <a:t>/</a:t>
            </a:r>
            <a:r>
              <a:rPr lang="zh-CN" altLang="en-US" sz="1400" dirty="0" smtClean="0">
                <a:latin typeface="Consolas" panose="020B0609020204030204" pitchFamily="49" charset="0"/>
              </a:rPr>
              <a:t>中断处理程序</a:t>
            </a:r>
            <a:endParaRPr lang="en-US" altLang="zh-CN" sz="1400" dirty="0" smtClean="0">
              <a:latin typeface="Consolas" panose="020B0609020204030204" pitchFamily="49" charset="0"/>
            </a:endParaRPr>
          </a:p>
          <a:p>
            <a:r>
              <a:rPr lang="en-US" altLang="zh-CN" sz="1400" dirty="0" smtClean="0">
                <a:latin typeface="Consolas" panose="020B0609020204030204" pitchFamily="49" charset="0"/>
              </a:rPr>
              <a:t>......</a:t>
            </a:r>
            <a:endParaRPr lang="en-US" altLang="zh-CN" sz="1400" dirty="0">
              <a:latin typeface="Consolas" panose="020B0609020204030204" pitchFamily="49" charset="0"/>
            </a:endParaRPr>
          </a:p>
          <a:p>
            <a:r>
              <a:rPr lang="en-US" altLang="zh-CN" sz="1400" dirty="0">
                <a:latin typeface="Consolas" panose="020B0609020204030204" pitchFamily="49" charset="0"/>
              </a:rPr>
              <a:t>li a0, </a:t>
            </a:r>
            <a:r>
              <a:rPr lang="en-US" altLang="zh-CN" sz="1400" dirty="0" smtClean="0">
                <a:latin typeface="Consolas" panose="020B0609020204030204" pitchFamily="49" charset="0"/>
              </a:rPr>
              <a:t>TRAPFRAME  # </a:t>
            </a:r>
            <a:r>
              <a:rPr lang="zh-CN" altLang="en-US" sz="1400" dirty="0" smtClean="0">
                <a:latin typeface="Consolas" panose="020B0609020204030204" pitchFamily="49" charset="0"/>
              </a:rPr>
              <a:t>一个结构体</a:t>
            </a:r>
            <a:endParaRPr lang="en-US" altLang="zh-CN" sz="1400" dirty="0">
              <a:latin typeface="Consolas" panose="020B0609020204030204" pitchFamily="49" charset="0"/>
            </a:endParaRPr>
          </a:p>
          <a:p>
            <a:r>
              <a:rPr lang="en-US" altLang="zh-CN" sz="1400" dirty="0" err="1" smtClean="0">
                <a:latin typeface="Consolas" panose="020B0609020204030204" pitchFamily="49" charset="0"/>
              </a:rPr>
              <a:t>sd</a:t>
            </a:r>
            <a:r>
              <a:rPr lang="en-US" altLang="zh-CN" sz="1400" dirty="0" smtClean="0">
                <a:latin typeface="Consolas" panose="020B0609020204030204" pitchFamily="49" charset="0"/>
              </a:rPr>
              <a:t> </a:t>
            </a:r>
            <a:r>
              <a:rPr lang="en-US" altLang="zh-CN" sz="1400" dirty="0" err="1">
                <a:latin typeface="Consolas" panose="020B0609020204030204" pitchFamily="49" charset="0"/>
              </a:rPr>
              <a:t>sp</a:t>
            </a:r>
            <a:r>
              <a:rPr lang="en-US" altLang="zh-CN" sz="1400" dirty="0">
                <a:latin typeface="Consolas" panose="020B0609020204030204" pitchFamily="49" charset="0"/>
              </a:rPr>
              <a:t>, 48(a0)</a:t>
            </a:r>
          </a:p>
          <a:p>
            <a:r>
              <a:rPr lang="en-US" altLang="zh-CN" sz="1400" dirty="0" smtClean="0">
                <a:latin typeface="Consolas" panose="020B0609020204030204" pitchFamily="49" charset="0"/>
              </a:rPr>
              <a:t>......</a:t>
            </a:r>
          </a:p>
          <a:p>
            <a:r>
              <a:rPr lang="en-US" altLang="zh-CN" sz="1400" dirty="0" err="1">
                <a:latin typeface="Consolas" panose="020B0609020204030204" pitchFamily="49" charset="0"/>
              </a:rPr>
              <a:t>ld</a:t>
            </a:r>
            <a:r>
              <a:rPr lang="en-US" altLang="zh-CN" sz="1400" dirty="0">
                <a:latin typeface="Consolas" panose="020B0609020204030204" pitchFamily="49" charset="0"/>
              </a:rPr>
              <a:t> </a:t>
            </a:r>
            <a:r>
              <a:rPr lang="en-US" altLang="zh-CN" sz="1400" dirty="0" err="1">
                <a:latin typeface="Consolas" panose="020B0609020204030204" pitchFamily="49" charset="0"/>
              </a:rPr>
              <a:t>sp</a:t>
            </a:r>
            <a:r>
              <a:rPr lang="en-US" altLang="zh-CN" sz="1400" dirty="0">
                <a:latin typeface="Consolas" panose="020B0609020204030204" pitchFamily="49" charset="0"/>
              </a:rPr>
              <a:t>, 8(a0)</a:t>
            </a:r>
          </a:p>
          <a:p>
            <a:r>
              <a:rPr lang="en-US" altLang="zh-CN" sz="1400" dirty="0">
                <a:latin typeface="Consolas" panose="020B0609020204030204" pitchFamily="49" charset="0"/>
              </a:rPr>
              <a:t># load the address of </a:t>
            </a:r>
            <a:r>
              <a:rPr lang="en-US" altLang="zh-CN" sz="1400" dirty="0" err="1">
                <a:latin typeface="Consolas" panose="020B0609020204030204" pitchFamily="49" charset="0"/>
              </a:rPr>
              <a:t>usertrap</a:t>
            </a:r>
            <a:r>
              <a:rPr lang="en-US" altLang="zh-CN" sz="1400" dirty="0">
                <a:latin typeface="Consolas" panose="020B0609020204030204" pitchFamily="49" charset="0"/>
              </a:rPr>
              <a:t>()</a:t>
            </a:r>
          </a:p>
          <a:p>
            <a:r>
              <a:rPr lang="en-US" altLang="zh-CN" sz="1400" dirty="0" err="1">
                <a:latin typeface="Consolas" panose="020B0609020204030204" pitchFamily="49" charset="0"/>
              </a:rPr>
              <a:t>ld</a:t>
            </a:r>
            <a:r>
              <a:rPr lang="en-US" altLang="zh-CN" sz="1400" dirty="0">
                <a:latin typeface="Consolas" panose="020B0609020204030204" pitchFamily="49" charset="0"/>
              </a:rPr>
              <a:t> t0, 16(a0)</a:t>
            </a:r>
          </a:p>
          <a:p>
            <a:r>
              <a:rPr lang="en-US" altLang="zh-CN" sz="1400" dirty="0">
                <a:latin typeface="Consolas" panose="020B0609020204030204" pitchFamily="49" charset="0"/>
              </a:rPr>
              <a:t>......</a:t>
            </a:r>
          </a:p>
          <a:p>
            <a:r>
              <a:rPr lang="en-US" altLang="zh-CN" sz="1400" dirty="0" err="1">
                <a:latin typeface="Consolas" panose="020B0609020204030204" pitchFamily="49" charset="0"/>
              </a:rPr>
              <a:t>jr</a:t>
            </a:r>
            <a:r>
              <a:rPr lang="en-US" altLang="zh-CN" sz="1400" dirty="0">
                <a:latin typeface="Consolas" panose="020B0609020204030204" pitchFamily="49" charset="0"/>
              </a:rPr>
              <a:t> t0</a:t>
            </a:r>
            <a:endParaRPr lang="zh-CN" altLang="en-US" sz="1400" dirty="0">
              <a:latin typeface="Consolas" panose="020B0609020204030204" pitchFamily="49" charset="0"/>
            </a:endParaRPr>
          </a:p>
        </p:txBody>
      </p:sp>
      <p:sp>
        <p:nvSpPr>
          <p:cNvPr id="7" name="文本框 6"/>
          <p:cNvSpPr txBox="1"/>
          <p:nvPr/>
        </p:nvSpPr>
        <p:spPr>
          <a:xfrm>
            <a:off x="337099" y="3888700"/>
            <a:ext cx="4358886" cy="2893100"/>
          </a:xfrm>
          <a:prstGeom prst="rect">
            <a:avLst/>
          </a:prstGeom>
          <a:noFill/>
        </p:spPr>
        <p:txBody>
          <a:bodyPr wrap="none" rtlCol="0">
            <a:spAutoFit/>
          </a:bodyPr>
          <a:lstStyle/>
          <a:p>
            <a:r>
              <a:rPr lang="en-US" altLang="zh-CN" sz="1400" dirty="0">
                <a:latin typeface="Consolas" panose="020B0609020204030204" pitchFamily="49" charset="0"/>
              </a:rPr>
              <a:t>void </a:t>
            </a:r>
            <a:r>
              <a:rPr lang="en-US" altLang="zh-CN" sz="1400" dirty="0" err="1">
                <a:latin typeface="Consolas" panose="020B0609020204030204" pitchFamily="49" charset="0"/>
              </a:rPr>
              <a:t>usertrap</a:t>
            </a:r>
            <a:r>
              <a:rPr lang="en-US" altLang="zh-CN" sz="1400" dirty="0">
                <a:latin typeface="Consolas" panose="020B0609020204030204" pitchFamily="49" charset="0"/>
              </a:rPr>
              <a:t>(void) {</a:t>
            </a:r>
          </a:p>
          <a:p>
            <a:r>
              <a:rPr lang="en-US" altLang="zh-CN" sz="1400" dirty="0">
                <a:latin typeface="Consolas" panose="020B0609020204030204" pitchFamily="49" charset="0"/>
              </a:rPr>
              <a:t>  ......</a:t>
            </a:r>
          </a:p>
          <a:p>
            <a:r>
              <a:rPr lang="en-US" altLang="zh-CN" sz="1400" dirty="0">
                <a:latin typeface="Consolas" panose="020B0609020204030204" pitchFamily="49" charset="0"/>
              </a:rPr>
              <a:t>  p-&gt;</a:t>
            </a:r>
            <a:r>
              <a:rPr lang="en-US" altLang="zh-CN" sz="1400" dirty="0" err="1">
                <a:latin typeface="Consolas" panose="020B0609020204030204" pitchFamily="49" charset="0"/>
              </a:rPr>
              <a:t>trapframe</a:t>
            </a:r>
            <a:r>
              <a:rPr lang="en-US" altLang="zh-CN" sz="1400" dirty="0">
                <a:latin typeface="Consolas" panose="020B0609020204030204" pitchFamily="49" charset="0"/>
              </a:rPr>
              <a:t>-&gt;</a:t>
            </a:r>
            <a:r>
              <a:rPr lang="en-US" altLang="zh-CN" sz="1400" dirty="0" err="1">
                <a:latin typeface="Consolas" panose="020B0609020204030204" pitchFamily="49" charset="0"/>
              </a:rPr>
              <a:t>epc</a:t>
            </a:r>
            <a:r>
              <a:rPr lang="en-US" altLang="zh-CN" sz="1400" dirty="0">
                <a:latin typeface="Consolas" panose="020B0609020204030204" pitchFamily="49" charset="0"/>
              </a:rPr>
              <a:t> = </a:t>
            </a:r>
            <a:r>
              <a:rPr lang="en-US" altLang="zh-CN" sz="1400" dirty="0" err="1">
                <a:latin typeface="Consolas" panose="020B0609020204030204" pitchFamily="49" charset="0"/>
              </a:rPr>
              <a:t>r_sepc</a:t>
            </a:r>
            <a:r>
              <a:rPr lang="en-US" altLang="zh-CN" sz="1400" dirty="0">
                <a:latin typeface="Consolas" panose="020B0609020204030204" pitchFamily="49" charset="0"/>
              </a:rPr>
              <a:t>();</a:t>
            </a:r>
          </a:p>
          <a:p>
            <a:r>
              <a:rPr lang="en-US" altLang="zh-CN" sz="1400" dirty="0">
                <a:latin typeface="Consolas" panose="020B0609020204030204" pitchFamily="49" charset="0"/>
              </a:rPr>
              <a:t>  if(</a:t>
            </a:r>
            <a:r>
              <a:rPr lang="en-US" altLang="zh-CN" sz="1400" dirty="0" err="1">
                <a:latin typeface="Consolas" panose="020B0609020204030204" pitchFamily="49" charset="0"/>
              </a:rPr>
              <a:t>r_scause</a:t>
            </a:r>
            <a:r>
              <a:rPr lang="en-US" altLang="zh-CN" sz="1400" dirty="0">
                <a:latin typeface="Consolas" panose="020B0609020204030204" pitchFamily="49" charset="0"/>
              </a:rPr>
              <a:t>() == 8){  // system call</a:t>
            </a:r>
          </a:p>
          <a:p>
            <a:r>
              <a:rPr lang="en-US" altLang="zh-CN" sz="1400" dirty="0">
                <a:latin typeface="Consolas" panose="020B0609020204030204" pitchFamily="49" charset="0"/>
              </a:rPr>
              <a:t>    ......</a:t>
            </a:r>
          </a:p>
          <a:p>
            <a:r>
              <a:rPr lang="en-US" altLang="zh-CN" sz="1400" dirty="0">
                <a:latin typeface="Consolas" panose="020B0609020204030204" pitchFamily="49" charset="0"/>
              </a:rPr>
              <a:t>    p-&gt;</a:t>
            </a:r>
            <a:r>
              <a:rPr lang="en-US" altLang="zh-CN" sz="1400" dirty="0" err="1">
                <a:latin typeface="Consolas" panose="020B0609020204030204" pitchFamily="49" charset="0"/>
              </a:rPr>
              <a:t>trapframe</a:t>
            </a:r>
            <a:r>
              <a:rPr lang="en-US" altLang="zh-CN" sz="1400" dirty="0">
                <a:latin typeface="Consolas" panose="020B0609020204030204" pitchFamily="49" charset="0"/>
              </a:rPr>
              <a:t>-&gt;</a:t>
            </a:r>
            <a:r>
              <a:rPr lang="en-US" altLang="zh-CN" sz="1400" dirty="0" err="1">
                <a:latin typeface="Consolas" panose="020B0609020204030204" pitchFamily="49" charset="0"/>
              </a:rPr>
              <a:t>epc</a:t>
            </a:r>
            <a:r>
              <a:rPr lang="en-US" altLang="zh-CN" sz="1400" dirty="0">
                <a:latin typeface="Consolas" panose="020B0609020204030204" pitchFamily="49" charset="0"/>
              </a:rPr>
              <a:t> += 4;</a:t>
            </a:r>
          </a:p>
          <a:p>
            <a:r>
              <a:rPr lang="en-US" altLang="zh-CN" sz="1400" dirty="0">
                <a:latin typeface="Consolas" panose="020B0609020204030204" pitchFamily="49" charset="0"/>
              </a:rPr>
              <a:t>    ......</a:t>
            </a:r>
          </a:p>
          <a:p>
            <a:r>
              <a:rPr lang="en-US" altLang="zh-CN" sz="1400" dirty="0">
                <a:latin typeface="Consolas" panose="020B0609020204030204" pitchFamily="49" charset="0"/>
              </a:rPr>
              <a:t>    </a:t>
            </a:r>
            <a:r>
              <a:rPr lang="en-US" altLang="zh-CN" sz="1400" dirty="0" err="1">
                <a:latin typeface="Consolas" panose="020B0609020204030204" pitchFamily="49" charset="0"/>
              </a:rPr>
              <a:t>syscall</a:t>
            </a:r>
            <a:r>
              <a:rPr lang="en-US" altLang="zh-CN" sz="1400" dirty="0">
                <a:latin typeface="Consolas" panose="020B0609020204030204" pitchFamily="49" charset="0"/>
              </a:rPr>
              <a:t>();</a:t>
            </a:r>
          </a:p>
          <a:p>
            <a:r>
              <a:rPr lang="en-US" altLang="zh-CN" sz="1400" dirty="0">
                <a:latin typeface="Consolas" panose="020B0609020204030204" pitchFamily="49" charset="0"/>
              </a:rPr>
              <a:t>  } else if((</a:t>
            </a:r>
            <a:r>
              <a:rPr lang="en-US" altLang="zh-CN" sz="1400" dirty="0" err="1">
                <a:latin typeface="Consolas" panose="020B0609020204030204" pitchFamily="49" charset="0"/>
              </a:rPr>
              <a:t>which_dev</a:t>
            </a:r>
            <a:r>
              <a:rPr lang="en-US" altLang="zh-CN" sz="1400" dirty="0">
                <a:latin typeface="Consolas" panose="020B0609020204030204" pitchFamily="49" charset="0"/>
              </a:rPr>
              <a:t> = </a:t>
            </a:r>
            <a:r>
              <a:rPr lang="en-US" altLang="zh-CN" sz="1400" dirty="0" err="1">
                <a:latin typeface="Consolas" panose="020B0609020204030204" pitchFamily="49" charset="0"/>
              </a:rPr>
              <a:t>devintr</a:t>
            </a:r>
            <a:r>
              <a:rPr lang="en-US" altLang="zh-CN" sz="1400" dirty="0">
                <a:latin typeface="Consolas" panose="020B0609020204030204" pitchFamily="49" charset="0"/>
              </a:rPr>
              <a:t>()) != 0){</a:t>
            </a:r>
          </a:p>
          <a:p>
            <a:r>
              <a:rPr lang="en-US" altLang="zh-CN" sz="1400" dirty="0">
                <a:latin typeface="Consolas" panose="020B0609020204030204" pitchFamily="49" charset="0"/>
              </a:rPr>
              <a:t>    ......</a:t>
            </a:r>
          </a:p>
          <a:p>
            <a:r>
              <a:rPr lang="en-US" altLang="zh-CN" sz="1400" dirty="0">
                <a:latin typeface="Consolas" panose="020B0609020204030204" pitchFamily="49" charset="0"/>
              </a:rPr>
              <a:t>  }</a:t>
            </a:r>
          </a:p>
          <a:p>
            <a:r>
              <a:rPr lang="en-US" altLang="zh-CN" sz="1400" dirty="0">
                <a:latin typeface="Consolas" panose="020B0609020204030204" pitchFamily="49" charset="0"/>
              </a:rPr>
              <a:t>  ......</a:t>
            </a:r>
          </a:p>
          <a:p>
            <a:r>
              <a:rPr lang="en-US" altLang="zh-CN" sz="1400" dirty="0">
                <a:latin typeface="Consolas" panose="020B0609020204030204" pitchFamily="49" charset="0"/>
              </a:rPr>
              <a:t>}</a:t>
            </a:r>
            <a:endParaRPr lang="zh-CN" altLang="en-US" sz="1400" dirty="0">
              <a:latin typeface="Consolas" panose="020B0609020204030204" pitchFamily="49" charset="0"/>
            </a:endParaRPr>
          </a:p>
        </p:txBody>
      </p:sp>
      <p:sp>
        <p:nvSpPr>
          <p:cNvPr id="8" name="文本框 7"/>
          <p:cNvSpPr txBox="1"/>
          <p:nvPr/>
        </p:nvSpPr>
        <p:spPr>
          <a:xfrm>
            <a:off x="5031220" y="3080397"/>
            <a:ext cx="3861955" cy="3108543"/>
          </a:xfrm>
          <a:prstGeom prst="rect">
            <a:avLst/>
          </a:prstGeom>
          <a:noFill/>
        </p:spPr>
        <p:txBody>
          <a:bodyPr wrap="none" rtlCol="0">
            <a:spAutoFit/>
          </a:bodyPr>
          <a:lstStyle/>
          <a:p>
            <a:r>
              <a:rPr lang="en-US" altLang="zh-CN" sz="1400" dirty="0">
                <a:latin typeface="Consolas" panose="020B0609020204030204" pitchFamily="49" charset="0"/>
              </a:rPr>
              <a:t>static uint64 (*</a:t>
            </a:r>
            <a:r>
              <a:rPr lang="en-US" altLang="zh-CN" sz="1400" dirty="0" err="1">
                <a:latin typeface="Consolas" panose="020B0609020204030204" pitchFamily="49" charset="0"/>
              </a:rPr>
              <a:t>syscalls</a:t>
            </a:r>
            <a:r>
              <a:rPr lang="en-US" altLang="zh-CN" sz="1400" dirty="0">
                <a:latin typeface="Consolas" panose="020B0609020204030204" pitchFamily="49" charset="0"/>
              </a:rPr>
              <a:t>[])(void) = {</a:t>
            </a:r>
          </a:p>
          <a:p>
            <a:r>
              <a:rPr lang="en-US" altLang="zh-CN" sz="1400" dirty="0">
                <a:latin typeface="Consolas" panose="020B0609020204030204" pitchFamily="49" charset="0"/>
              </a:rPr>
              <a:t>[</a:t>
            </a:r>
            <a:r>
              <a:rPr lang="en-US" altLang="zh-CN" sz="1400" dirty="0" err="1">
                <a:latin typeface="Consolas" panose="020B0609020204030204" pitchFamily="49" charset="0"/>
              </a:rPr>
              <a:t>SYS_fork</a:t>
            </a:r>
            <a:r>
              <a:rPr lang="en-US" altLang="zh-CN" sz="1400" dirty="0">
                <a:latin typeface="Consolas" panose="020B0609020204030204" pitchFamily="49" charset="0"/>
              </a:rPr>
              <a:t>]    </a:t>
            </a:r>
            <a:r>
              <a:rPr lang="en-US" altLang="zh-CN" sz="1400" dirty="0" err="1">
                <a:latin typeface="Consolas" panose="020B0609020204030204" pitchFamily="49" charset="0"/>
              </a:rPr>
              <a:t>sys_fork</a:t>
            </a:r>
            <a:r>
              <a:rPr lang="en-US" altLang="zh-CN" sz="1400" dirty="0">
                <a:latin typeface="Consolas" panose="020B0609020204030204" pitchFamily="49" charset="0"/>
              </a:rPr>
              <a:t>,</a:t>
            </a:r>
          </a:p>
          <a:p>
            <a:r>
              <a:rPr lang="en-US" altLang="zh-CN" sz="1400" dirty="0">
                <a:latin typeface="Consolas" panose="020B0609020204030204" pitchFamily="49" charset="0"/>
              </a:rPr>
              <a:t>[</a:t>
            </a:r>
            <a:r>
              <a:rPr lang="en-US" altLang="zh-CN" sz="1400" dirty="0" err="1">
                <a:latin typeface="Consolas" panose="020B0609020204030204" pitchFamily="49" charset="0"/>
              </a:rPr>
              <a:t>SYS_exit</a:t>
            </a:r>
            <a:r>
              <a:rPr lang="en-US" altLang="zh-CN" sz="1400" dirty="0">
                <a:latin typeface="Consolas" panose="020B0609020204030204" pitchFamily="49" charset="0"/>
              </a:rPr>
              <a:t>]    </a:t>
            </a:r>
            <a:r>
              <a:rPr lang="en-US" altLang="zh-CN" sz="1400" dirty="0" err="1">
                <a:latin typeface="Consolas" panose="020B0609020204030204" pitchFamily="49" charset="0"/>
              </a:rPr>
              <a:t>sys_exit</a:t>
            </a:r>
            <a:r>
              <a:rPr lang="en-US" altLang="zh-CN" sz="1400" dirty="0">
                <a:latin typeface="Consolas" panose="020B0609020204030204" pitchFamily="49" charset="0"/>
              </a:rPr>
              <a:t>,</a:t>
            </a:r>
          </a:p>
          <a:p>
            <a:r>
              <a:rPr lang="en-US" altLang="zh-CN" sz="1400" dirty="0">
                <a:latin typeface="Consolas" panose="020B0609020204030204" pitchFamily="49" charset="0"/>
              </a:rPr>
              <a:t>......</a:t>
            </a:r>
          </a:p>
          <a:p>
            <a:r>
              <a:rPr lang="en-US" altLang="zh-CN" sz="1400" dirty="0">
                <a:latin typeface="Consolas" panose="020B0609020204030204" pitchFamily="49" charset="0"/>
              </a:rPr>
              <a:t>};</a:t>
            </a:r>
          </a:p>
          <a:p>
            <a:endParaRPr lang="en-US" altLang="zh-CN" sz="1400" dirty="0">
              <a:latin typeface="Consolas" panose="020B0609020204030204" pitchFamily="49" charset="0"/>
            </a:endParaRPr>
          </a:p>
          <a:p>
            <a:r>
              <a:rPr lang="en-US" altLang="zh-CN" sz="1400" dirty="0">
                <a:latin typeface="Consolas" panose="020B0609020204030204" pitchFamily="49" charset="0"/>
              </a:rPr>
              <a:t>void </a:t>
            </a:r>
            <a:r>
              <a:rPr lang="en-US" altLang="zh-CN" sz="1400" dirty="0" err="1">
                <a:latin typeface="Consolas" panose="020B0609020204030204" pitchFamily="49" charset="0"/>
              </a:rPr>
              <a:t>syscall</a:t>
            </a:r>
            <a:r>
              <a:rPr lang="en-US" altLang="zh-CN" sz="1400" dirty="0">
                <a:latin typeface="Consolas" panose="020B0609020204030204" pitchFamily="49" charset="0"/>
              </a:rPr>
              <a:t>(void) {</a:t>
            </a:r>
          </a:p>
          <a:p>
            <a:r>
              <a:rPr lang="en-US" altLang="zh-CN" sz="1400" dirty="0">
                <a:latin typeface="Consolas" panose="020B0609020204030204" pitchFamily="49" charset="0"/>
              </a:rPr>
              <a:t>  ......</a:t>
            </a:r>
          </a:p>
          <a:p>
            <a:r>
              <a:rPr lang="en-US" altLang="zh-CN" sz="1400" dirty="0">
                <a:latin typeface="Consolas" panose="020B0609020204030204" pitchFamily="49" charset="0"/>
              </a:rPr>
              <a:t>  </a:t>
            </a:r>
            <a:r>
              <a:rPr lang="en-US" altLang="zh-CN" sz="1400" dirty="0" err="1">
                <a:latin typeface="Consolas" panose="020B0609020204030204" pitchFamily="49" charset="0"/>
              </a:rPr>
              <a:t>num</a:t>
            </a:r>
            <a:r>
              <a:rPr lang="en-US" altLang="zh-CN" sz="1400" dirty="0">
                <a:latin typeface="Consolas" panose="020B0609020204030204" pitchFamily="49" charset="0"/>
              </a:rPr>
              <a:t> = p-&gt;</a:t>
            </a:r>
            <a:r>
              <a:rPr lang="en-US" altLang="zh-CN" sz="1400" dirty="0" err="1">
                <a:latin typeface="Consolas" panose="020B0609020204030204" pitchFamily="49" charset="0"/>
              </a:rPr>
              <a:t>trapframe</a:t>
            </a:r>
            <a:r>
              <a:rPr lang="en-US" altLang="zh-CN" sz="1400" dirty="0">
                <a:latin typeface="Consolas" panose="020B0609020204030204" pitchFamily="49" charset="0"/>
              </a:rPr>
              <a:t>-&gt;a7;</a:t>
            </a:r>
          </a:p>
          <a:p>
            <a:r>
              <a:rPr lang="en-US" altLang="zh-CN" sz="1400" dirty="0">
                <a:latin typeface="Consolas" panose="020B0609020204030204" pitchFamily="49" charset="0"/>
              </a:rPr>
              <a:t>  ......</a:t>
            </a:r>
          </a:p>
          <a:p>
            <a:r>
              <a:rPr lang="en-US" altLang="zh-CN" sz="1400" dirty="0">
                <a:latin typeface="Consolas" panose="020B0609020204030204" pitchFamily="49" charset="0"/>
              </a:rPr>
              <a:t>  p-&gt;</a:t>
            </a:r>
            <a:r>
              <a:rPr lang="en-US" altLang="zh-CN" sz="1400" dirty="0" err="1">
                <a:latin typeface="Consolas" panose="020B0609020204030204" pitchFamily="49" charset="0"/>
              </a:rPr>
              <a:t>trapframe</a:t>
            </a:r>
            <a:r>
              <a:rPr lang="en-US" altLang="zh-CN" sz="1400" dirty="0">
                <a:latin typeface="Consolas" panose="020B0609020204030204" pitchFamily="49" charset="0"/>
              </a:rPr>
              <a:t>-&gt;a0 = </a:t>
            </a:r>
            <a:r>
              <a:rPr lang="en-US" altLang="zh-CN" sz="1400" dirty="0" err="1">
                <a:latin typeface="Consolas" panose="020B0609020204030204" pitchFamily="49" charset="0"/>
              </a:rPr>
              <a:t>syscalls</a:t>
            </a:r>
            <a:r>
              <a:rPr lang="en-US" altLang="zh-CN" sz="1400" dirty="0">
                <a:latin typeface="Consolas" panose="020B0609020204030204" pitchFamily="49" charset="0"/>
              </a:rPr>
              <a:t>[</a:t>
            </a:r>
            <a:r>
              <a:rPr lang="en-US" altLang="zh-CN" sz="1400" dirty="0" err="1">
                <a:latin typeface="Consolas" panose="020B0609020204030204" pitchFamily="49" charset="0"/>
              </a:rPr>
              <a:t>num</a:t>
            </a:r>
            <a:r>
              <a:rPr lang="en-US" altLang="zh-CN" sz="1400" dirty="0">
                <a:latin typeface="Consolas" panose="020B0609020204030204" pitchFamily="49" charset="0"/>
              </a:rPr>
              <a:t>]();</a:t>
            </a:r>
          </a:p>
          <a:p>
            <a:r>
              <a:rPr lang="en-US" altLang="zh-CN" sz="1400" dirty="0">
                <a:latin typeface="Consolas" panose="020B0609020204030204" pitchFamily="49" charset="0"/>
              </a:rPr>
              <a:t>  ......</a:t>
            </a:r>
          </a:p>
          <a:p>
            <a:r>
              <a:rPr lang="en-US" altLang="zh-CN" sz="1400" dirty="0">
                <a:latin typeface="Consolas" panose="020B0609020204030204" pitchFamily="49" charset="0"/>
              </a:rPr>
              <a:t>  }</a:t>
            </a:r>
          </a:p>
          <a:p>
            <a:r>
              <a:rPr lang="en-US" altLang="zh-CN" sz="1400" dirty="0" smtClean="0">
                <a:latin typeface="Consolas" panose="020B0609020204030204" pitchFamily="49" charset="0"/>
              </a:rPr>
              <a:t>}</a:t>
            </a:r>
            <a:endParaRPr lang="en-US" altLang="zh-CN" sz="1400" dirty="0">
              <a:latin typeface="Consolas" panose="020B0609020204030204" pitchFamily="49" charset="0"/>
            </a:endParaRPr>
          </a:p>
        </p:txBody>
      </p:sp>
      <p:sp>
        <p:nvSpPr>
          <p:cNvPr id="9" name="文本框 8"/>
          <p:cNvSpPr txBox="1"/>
          <p:nvPr/>
        </p:nvSpPr>
        <p:spPr>
          <a:xfrm>
            <a:off x="6422628" y="1314639"/>
            <a:ext cx="2470548" cy="1384995"/>
          </a:xfrm>
          <a:prstGeom prst="rect">
            <a:avLst/>
          </a:prstGeom>
          <a:noFill/>
        </p:spPr>
        <p:txBody>
          <a:bodyPr wrap="none" rtlCol="0">
            <a:spAutoFit/>
          </a:bodyPr>
          <a:lstStyle/>
          <a:p>
            <a:r>
              <a:rPr lang="en-US" altLang="zh-CN" sz="1400" dirty="0">
                <a:latin typeface="Consolas" panose="020B0609020204030204" pitchFamily="49" charset="0"/>
              </a:rPr>
              <a:t>uint64 </a:t>
            </a:r>
            <a:r>
              <a:rPr lang="en-US" altLang="zh-CN" sz="1400" dirty="0" err="1">
                <a:latin typeface="Consolas" panose="020B0609020204030204" pitchFamily="49" charset="0"/>
              </a:rPr>
              <a:t>sys_exit</a:t>
            </a:r>
            <a:r>
              <a:rPr lang="en-US" altLang="zh-CN" sz="1400" dirty="0">
                <a:latin typeface="Consolas" panose="020B0609020204030204" pitchFamily="49" charset="0"/>
              </a:rPr>
              <a:t>(void) {</a:t>
            </a:r>
          </a:p>
          <a:p>
            <a:r>
              <a:rPr lang="en-US" altLang="zh-CN" sz="1400" dirty="0">
                <a:latin typeface="Consolas" panose="020B0609020204030204" pitchFamily="49" charset="0"/>
              </a:rPr>
              <a:t>  ......</a:t>
            </a:r>
          </a:p>
          <a:p>
            <a:r>
              <a:rPr lang="en-US" altLang="zh-CN" sz="1400" dirty="0">
                <a:latin typeface="Consolas" panose="020B0609020204030204" pitchFamily="49" charset="0"/>
              </a:rPr>
              <a:t>}</a:t>
            </a:r>
          </a:p>
          <a:p>
            <a:r>
              <a:rPr lang="en-US" altLang="zh-CN" sz="1400" dirty="0" smtClean="0">
                <a:latin typeface="Consolas" panose="020B0609020204030204" pitchFamily="49" charset="0"/>
              </a:rPr>
              <a:t>uint64 </a:t>
            </a:r>
            <a:r>
              <a:rPr lang="en-US" altLang="zh-CN" sz="1400" dirty="0" err="1">
                <a:latin typeface="Consolas" panose="020B0609020204030204" pitchFamily="49" charset="0"/>
              </a:rPr>
              <a:t>sys_fork</a:t>
            </a:r>
            <a:r>
              <a:rPr lang="en-US" altLang="zh-CN" sz="1400" dirty="0">
                <a:latin typeface="Consolas" panose="020B0609020204030204" pitchFamily="49" charset="0"/>
              </a:rPr>
              <a:t>(void) {</a:t>
            </a:r>
          </a:p>
          <a:p>
            <a:r>
              <a:rPr lang="en-US" altLang="zh-CN" sz="1400" dirty="0">
                <a:latin typeface="Consolas" panose="020B0609020204030204" pitchFamily="49" charset="0"/>
              </a:rPr>
              <a:t>  ......</a:t>
            </a:r>
          </a:p>
          <a:p>
            <a:r>
              <a:rPr lang="en-US" altLang="zh-CN" sz="1400" dirty="0">
                <a:latin typeface="Consolas" panose="020B0609020204030204" pitchFamily="49" charset="0"/>
              </a:rPr>
              <a:t>}</a:t>
            </a:r>
            <a:endParaRPr lang="zh-CN" altLang="en-US" sz="1400" dirty="0">
              <a:latin typeface="Consolas" panose="020B0609020204030204" pitchFamily="49" charset="0"/>
            </a:endParaRPr>
          </a:p>
        </p:txBody>
      </p:sp>
      <p:cxnSp>
        <p:nvCxnSpPr>
          <p:cNvPr id="11" name="直接箭头连接符 10"/>
          <p:cNvCxnSpPr/>
          <p:nvPr/>
        </p:nvCxnSpPr>
        <p:spPr bwMode="auto">
          <a:xfrm flipH="1" flipV="1">
            <a:off x="2286000" y="2064448"/>
            <a:ext cx="1685925" cy="297752"/>
          </a:xfrm>
          <a:prstGeom prst="straightConnector1">
            <a:avLst/>
          </a:prstGeom>
          <a:gradFill rotWithShape="0">
            <a:gsLst>
              <a:gs pos="0">
                <a:srgbClr val="99CCFF"/>
              </a:gs>
              <a:gs pos="100000">
                <a:schemeClr val="bg2"/>
              </a:gs>
            </a:gsLst>
            <a:lin ang="5400000" scaled="1"/>
          </a:gradFill>
          <a:ln w="19050" cap="flat" cmpd="sng" algn="ctr">
            <a:solidFill>
              <a:schemeClr val="tx1"/>
            </a:solidFill>
            <a:prstDash val="dash"/>
            <a:round/>
            <a:headEnd type="none" w="med" len="med"/>
            <a:tailEnd type="arrow" w="med" len="med"/>
          </a:ln>
        </p:spPr>
      </p:cxnSp>
      <p:cxnSp>
        <p:nvCxnSpPr>
          <p:cNvPr id="12" name="直接箭头连接符 11"/>
          <p:cNvCxnSpPr/>
          <p:nvPr/>
        </p:nvCxnSpPr>
        <p:spPr bwMode="auto">
          <a:xfrm>
            <a:off x="904875" y="3505428"/>
            <a:ext cx="433956" cy="435008"/>
          </a:xfrm>
          <a:prstGeom prst="straightConnector1">
            <a:avLst/>
          </a:prstGeom>
          <a:gradFill rotWithShape="0">
            <a:gsLst>
              <a:gs pos="0">
                <a:srgbClr val="99CCFF"/>
              </a:gs>
              <a:gs pos="100000">
                <a:schemeClr val="bg2"/>
              </a:gs>
            </a:gsLst>
            <a:lin ang="5400000" scaled="1"/>
          </a:gradFill>
          <a:ln w="19050" cap="flat" cmpd="sng" algn="ctr">
            <a:solidFill>
              <a:schemeClr val="tx1"/>
            </a:solidFill>
            <a:prstDash val="solid"/>
            <a:round/>
            <a:headEnd type="none" w="med" len="med"/>
            <a:tailEnd type="arrow" w="med" len="med"/>
          </a:ln>
        </p:spPr>
      </p:cxnSp>
      <p:cxnSp>
        <p:nvCxnSpPr>
          <p:cNvPr id="15" name="直接箭头连接符 14"/>
          <p:cNvCxnSpPr>
            <a:endCxn id="8" idx="1"/>
          </p:cNvCxnSpPr>
          <p:nvPr/>
        </p:nvCxnSpPr>
        <p:spPr bwMode="auto">
          <a:xfrm flipV="1">
            <a:off x="1906607" y="4634669"/>
            <a:ext cx="3124613" cy="918407"/>
          </a:xfrm>
          <a:prstGeom prst="straightConnector1">
            <a:avLst/>
          </a:prstGeom>
          <a:gradFill rotWithShape="0">
            <a:gsLst>
              <a:gs pos="0">
                <a:srgbClr val="99CCFF"/>
              </a:gs>
              <a:gs pos="100000">
                <a:schemeClr val="bg2"/>
              </a:gs>
            </a:gsLst>
            <a:lin ang="5400000" scaled="1"/>
          </a:gradFill>
          <a:ln w="19050" cap="flat" cmpd="sng" algn="ctr">
            <a:solidFill>
              <a:schemeClr val="tx1"/>
            </a:solidFill>
            <a:prstDash val="solid"/>
            <a:round/>
            <a:headEnd type="none" w="med" len="med"/>
            <a:tailEnd type="arrow" w="med" len="med"/>
          </a:ln>
        </p:spPr>
      </p:cxnSp>
      <p:cxnSp>
        <p:nvCxnSpPr>
          <p:cNvPr id="20" name="直接箭头连接符 19"/>
          <p:cNvCxnSpPr/>
          <p:nvPr/>
        </p:nvCxnSpPr>
        <p:spPr bwMode="auto">
          <a:xfrm flipH="1" flipV="1">
            <a:off x="6142130" y="3557164"/>
            <a:ext cx="1754096" cy="1681586"/>
          </a:xfrm>
          <a:prstGeom prst="straightConnector1">
            <a:avLst/>
          </a:prstGeom>
          <a:gradFill rotWithShape="0">
            <a:gsLst>
              <a:gs pos="0">
                <a:srgbClr val="99CCFF"/>
              </a:gs>
              <a:gs pos="100000">
                <a:schemeClr val="bg2"/>
              </a:gs>
            </a:gsLst>
            <a:lin ang="5400000" scaled="1"/>
          </a:gradFill>
          <a:ln w="19050" cap="flat" cmpd="sng" algn="ctr">
            <a:solidFill>
              <a:schemeClr val="tx1"/>
            </a:solidFill>
            <a:prstDash val="solid"/>
            <a:round/>
            <a:headEnd type="none" w="med" len="med"/>
            <a:tailEnd type="arrow" w="med" len="med"/>
          </a:ln>
        </p:spPr>
      </p:cxnSp>
      <p:cxnSp>
        <p:nvCxnSpPr>
          <p:cNvPr id="24" name="直接箭头连接符 23"/>
          <p:cNvCxnSpPr/>
          <p:nvPr/>
        </p:nvCxnSpPr>
        <p:spPr bwMode="auto">
          <a:xfrm flipV="1">
            <a:off x="7019178" y="2213324"/>
            <a:ext cx="562722" cy="1168052"/>
          </a:xfrm>
          <a:prstGeom prst="straightConnector1">
            <a:avLst/>
          </a:prstGeom>
          <a:gradFill rotWithShape="0">
            <a:gsLst>
              <a:gs pos="0">
                <a:srgbClr val="99CCFF"/>
              </a:gs>
              <a:gs pos="100000">
                <a:schemeClr val="bg2"/>
              </a:gs>
            </a:gsLst>
            <a:lin ang="5400000" scaled="1"/>
          </a:gradFill>
          <a:ln w="19050" cap="flat" cmpd="sng" algn="ctr">
            <a:solidFill>
              <a:schemeClr val="tx1"/>
            </a:solidFill>
            <a:prstDash val="solid"/>
            <a:round/>
            <a:headEnd type="none" w="med" len="med"/>
            <a:tailEnd type="arrow" w="med" len="med"/>
          </a:ln>
        </p:spPr>
      </p:cxnSp>
    </p:spTree>
    <p:extLst>
      <p:ext uri="{BB962C8B-B14F-4D97-AF65-F5344CB8AC3E}">
        <p14:creationId xmlns:p14="http://schemas.microsoft.com/office/powerpoint/2010/main" val="172532288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系统调用的类型</a:t>
            </a:r>
          </a:p>
        </p:txBody>
      </p:sp>
      <p:sp>
        <p:nvSpPr>
          <p:cNvPr id="3" name="内容占位符 2"/>
          <p:cNvSpPr>
            <a:spLocks noGrp="1"/>
          </p:cNvSpPr>
          <p:nvPr>
            <p:ph idx="1"/>
          </p:nvPr>
        </p:nvSpPr>
        <p:spPr/>
        <p:txBody>
          <a:bodyPr/>
          <a:lstStyle/>
          <a:p>
            <a:r>
              <a:rPr lang="zh-CN" altLang="en-US" dirty="0"/>
              <a:t>系统调用可以大致分为</a:t>
            </a:r>
            <a:r>
              <a:rPr lang="en-US" altLang="zh-CN" dirty="0"/>
              <a:t>5</a:t>
            </a:r>
            <a:r>
              <a:rPr lang="zh-CN" altLang="en-US" dirty="0" smtClean="0"/>
              <a:t>类</a:t>
            </a:r>
            <a:endParaRPr lang="zh-CN" altLang="en-US" dirty="0"/>
          </a:p>
          <a:p>
            <a:pPr lvl="1"/>
            <a:r>
              <a:rPr lang="zh-CN" altLang="en-US" dirty="0"/>
              <a:t>进程</a:t>
            </a:r>
            <a:r>
              <a:rPr lang="zh-CN" altLang="en-US" dirty="0" smtClean="0"/>
              <a:t>控制：如创建、</a:t>
            </a:r>
            <a:r>
              <a:rPr lang="zh-CN" altLang="en-US" dirty="0"/>
              <a:t>终止进程、</a:t>
            </a:r>
            <a:r>
              <a:rPr lang="zh-CN" altLang="en-US" dirty="0" smtClean="0"/>
              <a:t>等待、唤醒、分配</a:t>
            </a:r>
            <a:r>
              <a:rPr lang="zh-CN" altLang="en-US" dirty="0"/>
              <a:t>和释放内存</a:t>
            </a:r>
          </a:p>
          <a:p>
            <a:pPr lvl="1"/>
            <a:r>
              <a:rPr lang="zh-CN" altLang="en-US" dirty="0" smtClean="0"/>
              <a:t>文件管理：如</a:t>
            </a:r>
            <a:r>
              <a:rPr lang="zh-CN" altLang="en-US" dirty="0"/>
              <a:t>创建文件、删除文件、打开、关闭、读、写</a:t>
            </a:r>
          </a:p>
          <a:p>
            <a:pPr lvl="1"/>
            <a:r>
              <a:rPr lang="zh-CN" altLang="en-US" dirty="0" smtClean="0"/>
              <a:t>设备管理：如</a:t>
            </a:r>
            <a:r>
              <a:rPr lang="zh-CN" altLang="en-US" dirty="0"/>
              <a:t>请求设备、释放设备、读、写</a:t>
            </a:r>
          </a:p>
          <a:p>
            <a:pPr lvl="1"/>
            <a:r>
              <a:rPr lang="zh-CN" altLang="en-US" dirty="0"/>
              <a:t>信息</a:t>
            </a:r>
            <a:r>
              <a:rPr lang="zh-CN" altLang="en-US" dirty="0" smtClean="0"/>
              <a:t>维护：如读取、</a:t>
            </a:r>
            <a:r>
              <a:rPr lang="zh-CN" altLang="en-US" dirty="0"/>
              <a:t>设置时间或日期</a:t>
            </a:r>
          </a:p>
          <a:p>
            <a:pPr lvl="1"/>
            <a:r>
              <a:rPr lang="zh-CN" altLang="en-US" dirty="0" smtClean="0"/>
              <a:t>通信：如</a:t>
            </a:r>
            <a:r>
              <a:rPr lang="zh-CN" altLang="en-US" dirty="0"/>
              <a:t>创建、删除通信连接，发送、接收消息</a:t>
            </a:r>
            <a:endParaRPr lang="en-US" altLang="zh-CN" dirty="0"/>
          </a:p>
        </p:txBody>
      </p:sp>
      <p:sp>
        <p:nvSpPr>
          <p:cNvPr id="4" name="灯片编号占位符 3"/>
          <p:cNvSpPr>
            <a:spLocks noGrp="1"/>
          </p:cNvSpPr>
          <p:nvPr>
            <p:ph type="sldNum" sz="quarter" idx="12"/>
          </p:nvPr>
        </p:nvSpPr>
        <p:spPr/>
        <p:txBody>
          <a:bodyPr/>
          <a:lstStyle/>
          <a:p>
            <a:fld id="{4093CC90-4002-504C-BD88-C9A1D374048E}" type="slidenum">
              <a:rPr lang="zh-CN" altLang="en-US" smtClean="0"/>
              <a:pPr/>
              <a:t>20</a:t>
            </a:fld>
            <a:endParaRPr lang="zh-CN" altLang="en-US" dirty="0"/>
          </a:p>
        </p:txBody>
      </p:sp>
    </p:spTree>
    <p:extLst>
      <p:ext uri="{BB962C8B-B14F-4D97-AF65-F5344CB8AC3E}">
        <p14:creationId xmlns:p14="http://schemas.microsoft.com/office/powerpoint/2010/main" val="11632378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 xmlns:a16="http://schemas.microsoft.com/office/drawing/2014/main" id="{FA478220-5F10-3448-53B0-A082ACF36790}"/>
              </a:ext>
            </a:extLst>
          </p:cNvPr>
          <p:cNvSpPr>
            <a:spLocks noGrp="1"/>
          </p:cNvSpPr>
          <p:nvPr>
            <p:ph type="title"/>
          </p:nvPr>
        </p:nvSpPr>
        <p:spPr>
          <a:xfrm>
            <a:off x="1042988" y="225431"/>
            <a:ext cx="7850187" cy="746125"/>
          </a:xfrm>
        </p:spPr>
        <p:txBody>
          <a:bodyPr/>
          <a:lstStyle/>
          <a:p>
            <a:r>
              <a:rPr lang="zh-CN" altLang="en-US" dirty="0" smtClean="0"/>
              <a:t>第</a:t>
            </a:r>
            <a:r>
              <a:rPr lang="en-US" altLang="zh-CN" dirty="0" smtClean="0"/>
              <a:t>2</a:t>
            </a:r>
            <a:r>
              <a:rPr lang="zh-CN" altLang="en-US" dirty="0" smtClean="0"/>
              <a:t>章 操作系统结构</a:t>
            </a:r>
            <a:endParaRPr lang="zh-CN" altLang="en-US" dirty="0"/>
          </a:p>
        </p:txBody>
      </p:sp>
      <p:sp>
        <p:nvSpPr>
          <p:cNvPr id="3" name="内容占位符 2">
            <a:extLst>
              <a:ext uri="{FF2B5EF4-FFF2-40B4-BE49-F238E27FC236}">
                <a16:creationId xmlns="" xmlns:a16="http://schemas.microsoft.com/office/drawing/2014/main" id="{AD7B2C0A-B2D8-3755-E6C0-89A613AD7E93}"/>
              </a:ext>
            </a:extLst>
          </p:cNvPr>
          <p:cNvSpPr>
            <a:spLocks noGrp="1"/>
          </p:cNvSpPr>
          <p:nvPr>
            <p:ph idx="1"/>
          </p:nvPr>
        </p:nvSpPr>
        <p:spPr>
          <a:xfrm>
            <a:off x="935038" y="1233488"/>
            <a:ext cx="7772400" cy="4895850"/>
          </a:xfrm>
        </p:spPr>
        <p:txBody>
          <a:bodyPr>
            <a:normAutofit/>
          </a:bodyPr>
          <a:lstStyle/>
          <a:p>
            <a:r>
              <a:rPr lang="zh-CN" altLang="en-US" dirty="0"/>
              <a:t>本章内容</a:t>
            </a:r>
            <a:endParaRPr lang="en-US" altLang="zh-CN" dirty="0"/>
          </a:p>
          <a:p>
            <a:r>
              <a:rPr lang="en-US" altLang="zh-CN" dirty="0"/>
              <a:t>1.</a:t>
            </a:r>
            <a:r>
              <a:rPr lang="zh-CN" altLang="en-US" dirty="0"/>
              <a:t> </a:t>
            </a:r>
            <a:r>
              <a:rPr lang="zh-CN" altLang="en-US" dirty="0" smtClean="0"/>
              <a:t>功能概述</a:t>
            </a:r>
            <a:endParaRPr lang="zh-CN" altLang="zh-CN" dirty="0"/>
          </a:p>
          <a:p>
            <a:r>
              <a:rPr lang="en-US" altLang="zh-CN" dirty="0"/>
              <a:t>2.</a:t>
            </a:r>
            <a:r>
              <a:rPr lang="zh-CN" altLang="en-US" dirty="0"/>
              <a:t> </a:t>
            </a:r>
            <a:r>
              <a:rPr lang="zh-CN" altLang="en-US" dirty="0" smtClean="0"/>
              <a:t>用户接口</a:t>
            </a:r>
            <a:endParaRPr lang="zh-CN" altLang="zh-CN" dirty="0"/>
          </a:p>
          <a:p>
            <a:r>
              <a:rPr lang="en-US" altLang="zh-CN" dirty="0"/>
              <a:t>3.</a:t>
            </a:r>
            <a:r>
              <a:rPr lang="zh-CN" altLang="en-US" dirty="0"/>
              <a:t> </a:t>
            </a:r>
            <a:r>
              <a:rPr lang="zh-CN" altLang="en-US" dirty="0" smtClean="0"/>
              <a:t>系统调用</a:t>
            </a:r>
            <a:endParaRPr lang="en-US" altLang="zh-CN" dirty="0"/>
          </a:p>
          <a:p>
            <a:r>
              <a:rPr lang="en-US" altLang="zh-CN" dirty="0">
                <a:solidFill>
                  <a:srgbClr val="FF0000"/>
                </a:solidFill>
              </a:rPr>
              <a:t>4.</a:t>
            </a:r>
            <a:r>
              <a:rPr lang="zh-CN" altLang="en-US" dirty="0">
                <a:solidFill>
                  <a:srgbClr val="FF0000"/>
                </a:solidFill>
              </a:rPr>
              <a:t> </a:t>
            </a:r>
            <a:r>
              <a:rPr lang="zh-CN" altLang="en-US" dirty="0" smtClean="0">
                <a:solidFill>
                  <a:srgbClr val="FF0000"/>
                </a:solidFill>
              </a:rPr>
              <a:t>系统服务</a:t>
            </a:r>
            <a:endParaRPr lang="en-US" altLang="zh-CN" dirty="0" smtClean="0">
              <a:solidFill>
                <a:srgbClr val="FF0000"/>
              </a:solidFill>
            </a:endParaRPr>
          </a:p>
          <a:p>
            <a:r>
              <a:rPr lang="en-US" altLang="zh-CN" dirty="0" smtClean="0"/>
              <a:t>5. </a:t>
            </a:r>
            <a:r>
              <a:rPr lang="zh-CN" altLang="en-US" dirty="0" smtClean="0"/>
              <a:t>操作系统结构</a:t>
            </a:r>
            <a:endParaRPr lang="en-US" altLang="zh-CN" dirty="0"/>
          </a:p>
        </p:txBody>
      </p:sp>
      <p:sp>
        <p:nvSpPr>
          <p:cNvPr id="4" name="灯片编号占位符 3">
            <a:extLst>
              <a:ext uri="{FF2B5EF4-FFF2-40B4-BE49-F238E27FC236}">
                <a16:creationId xmlns="" xmlns:a16="http://schemas.microsoft.com/office/drawing/2014/main" id="{F5A8B553-02AE-2219-C59A-8B5B36D12789}"/>
              </a:ext>
            </a:extLst>
          </p:cNvPr>
          <p:cNvSpPr>
            <a:spLocks noGrp="1"/>
          </p:cNvSpPr>
          <p:nvPr>
            <p:ph type="sldNum" sz="quarter" idx="12"/>
          </p:nvPr>
        </p:nvSpPr>
        <p:spPr>
          <a:xfrm>
            <a:off x="6781800" y="6324600"/>
            <a:ext cx="1905000" cy="457200"/>
          </a:xfrm>
        </p:spPr>
        <p:txBody>
          <a:bodyPr/>
          <a:lstStyle/>
          <a:p>
            <a:fld id="{4093CC90-4002-504C-BD88-C9A1D374048E}" type="slidenum">
              <a:rPr lang="zh-CN" altLang="en-US" smtClean="0"/>
              <a:pPr/>
              <a:t>21</a:t>
            </a:fld>
            <a:endParaRPr lang="zh-CN" altLang="en-US" dirty="0"/>
          </a:p>
        </p:txBody>
      </p:sp>
    </p:spTree>
    <p:extLst>
      <p:ext uri="{BB962C8B-B14F-4D97-AF65-F5344CB8AC3E}">
        <p14:creationId xmlns:p14="http://schemas.microsoft.com/office/powerpoint/2010/main" val="347455121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系统</a:t>
            </a:r>
            <a:r>
              <a:rPr lang="zh-CN" altLang="en-US" dirty="0" smtClean="0"/>
              <a:t>服务的类型</a:t>
            </a:r>
            <a:endParaRPr lang="zh-CN" altLang="en-US" dirty="0"/>
          </a:p>
        </p:txBody>
      </p:sp>
      <p:sp>
        <p:nvSpPr>
          <p:cNvPr id="3" name="内容占位符 2"/>
          <p:cNvSpPr>
            <a:spLocks noGrp="1"/>
          </p:cNvSpPr>
          <p:nvPr>
            <p:ph idx="1"/>
          </p:nvPr>
        </p:nvSpPr>
        <p:spPr/>
        <p:txBody>
          <a:bodyPr/>
          <a:lstStyle/>
          <a:p>
            <a:r>
              <a:rPr lang="zh-CN" altLang="en-US" dirty="0"/>
              <a:t>系统服务是</a:t>
            </a:r>
            <a:r>
              <a:rPr lang="zh-CN" altLang="en-US" dirty="0">
                <a:solidFill>
                  <a:srgbClr val="FF0000"/>
                </a:solidFill>
              </a:rPr>
              <a:t>用户角度</a:t>
            </a:r>
            <a:r>
              <a:rPr lang="zh-CN" altLang="en-US" dirty="0"/>
              <a:t>感受到的各种</a:t>
            </a:r>
            <a:r>
              <a:rPr lang="zh-CN" altLang="en-US" dirty="0" smtClean="0"/>
              <a:t>服务</a:t>
            </a:r>
            <a:endParaRPr lang="en-US" altLang="zh-CN" dirty="0" smtClean="0"/>
          </a:p>
          <a:p>
            <a:pPr lvl="1"/>
            <a:r>
              <a:rPr lang="zh-CN" altLang="en-US" dirty="0" smtClean="0"/>
              <a:t>提供程序开发和执行的便利环境</a:t>
            </a:r>
          </a:p>
          <a:p>
            <a:pPr lvl="1"/>
            <a:r>
              <a:rPr lang="zh-CN" altLang="en-US" dirty="0" smtClean="0"/>
              <a:t>包括</a:t>
            </a:r>
            <a:r>
              <a:rPr lang="zh-CN" altLang="en-US" dirty="0"/>
              <a:t>系统</a:t>
            </a:r>
            <a:r>
              <a:rPr lang="zh-CN" altLang="en-US" dirty="0" smtClean="0"/>
              <a:t>调用、程序</a:t>
            </a:r>
            <a:r>
              <a:rPr lang="zh-CN" altLang="en-US" dirty="0"/>
              <a:t>的装载</a:t>
            </a:r>
            <a:r>
              <a:rPr lang="zh-CN" altLang="en-US" dirty="0" smtClean="0"/>
              <a:t>执行、各种</a:t>
            </a:r>
            <a:r>
              <a:rPr lang="zh-CN" altLang="en-US" dirty="0"/>
              <a:t>后台</a:t>
            </a:r>
            <a:r>
              <a:rPr lang="zh-CN" altLang="en-US" dirty="0" smtClean="0"/>
              <a:t>服务、各种</a:t>
            </a:r>
            <a:r>
              <a:rPr lang="zh-CN" altLang="en-US" dirty="0"/>
              <a:t>管理</a:t>
            </a:r>
            <a:r>
              <a:rPr lang="zh-CN" altLang="en-US" dirty="0" smtClean="0"/>
              <a:t>工具、甚至浏览器、游戏</a:t>
            </a:r>
            <a:endParaRPr lang="en-US" altLang="zh-CN" dirty="0" smtClean="0"/>
          </a:p>
        </p:txBody>
      </p:sp>
      <p:sp>
        <p:nvSpPr>
          <p:cNvPr id="4" name="灯片编号占位符 3"/>
          <p:cNvSpPr>
            <a:spLocks noGrp="1"/>
          </p:cNvSpPr>
          <p:nvPr>
            <p:ph type="sldNum" sz="quarter" idx="12"/>
          </p:nvPr>
        </p:nvSpPr>
        <p:spPr/>
        <p:txBody>
          <a:bodyPr/>
          <a:lstStyle/>
          <a:p>
            <a:fld id="{4093CC90-4002-504C-BD88-C9A1D374048E}" type="slidenum">
              <a:rPr lang="zh-CN" altLang="en-US" smtClean="0"/>
              <a:pPr/>
              <a:t>22</a:t>
            </a:fld>
            <a:endParaRPr lang="zh-CN" altLang="en-US" dirty="0"/>
          </a:p>
        </p:txBody>
      </p:sp>
    </p:spTree>
    <p:extLst>
      <p:ext uri="{BB962C8B-B14F-4D97-AF65-F5344CB8AC3E}">
        <p14:creationId xmlns:p14="http://schemas.microsoft.com/office/powerpoint/2010/main" val="112445381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系统服务的类型</a:t>
            </a:r>
          </a:p>
        </p:txBody>
      </p:sp>
      <p:sp>
        <p:nvSpPr>
          <p:cNvPr id="3" name="内容占位符 2"/>
          <p:cNvSpPr>
            <a:spLocks noGrp="1"/>
          </p:cNvSpPr>
          <p:nvPr>
            <p:ph idx="1"/>
          </p:nvPr>
        </p:nvSpPr>
        <p:spPr/>
        <p:txBody>
          <a:bodyPr/>
          <a:lstStyle/>
          <a:p>
            <a:r>
              <a:rPr lang="zh-CN" altLang="en-US" dirty="0"/>
              <a:t>系统服务可划分为</a:t>
            </a:r>
          </a:p>
          <a:p>
            <a:pPr lvl="1"/>
            <a:r>
              <a:rPr lang="zh-CN" altLang="en-US" dirty="0"/>
              <a:t>文件操纵</a:t>
            </a:r>
          </a:p>
          <a:p>
            <a:pPr lvl="1"/>
            <a:r>
              <a:rPr lang="zh-CN" altLang="en-US" dirty="0"/>
              <a:t>状态信息</a:t>
            </a:r>
          </a:p>
          <a:p>
            <a:pPr lvl="1"/>
            <a:r>
              <a:rPr lang="zh-CN" altLang="en-US" dirty="0"/>
              <a:t>文件修改</a:t>
            </a:r>
          </a:p>
          <a:p>
            <a:pPr lvl="1"/>
            <a:r>
              <a:rPr lang="zh-CN" altLang="en-US" dirty="0"/>
              <a:t>程序语言支持</a:t>
            </a:r>
          </a:p>
          <a:p>
            <a:pPr lvl="1"/>
            <a:r>
              <a:rPr lang="zh-CN" altLang="en-US" dirty="0"/>
              <a:t>程序调入和执行</a:t>
            </a:r>
          </a:p>
          <a:p>
            <a:pPr lvl="1"/>
            <a:r>
              <a:rPr lang="zh-CN" altLang="en-US" dirty="0"/>
              <a:t>通信</a:t>
            </a:r>
          </a:p>
        </p:txBody>
      </p:sp>
      <p:sp>
        <p:nvSpPr>
          <p:cNvPr id="4" name="灯片编号占位符 3"/>
          <p:cNvSpPr>
            <a:spLocks noGrp="1"/>
          </p:cNvSpPr>
          <p:nvPr>
            <p:ph type="sldNum" sz="quarter" idx="12"/>
          </p:nvPr>
        </p:nvSpPr>
        <p:spPr/>
        <p:txBody>
          <a:bodyPr/>
          <a:lstStyle/>
          <a:p>
            <a:fld id="{4093CC90-4002-504C-BD88-C9A1D374048E}" type="slidenum">
              <a:rPr lang="zh-CN" altLang="en-US" smtClean="0"/>
              <a:pPr/>
              <a:t>23</a:t>
            </a:fld>
            <a:endParaRPr lang="zh-CN" altLang="en-US" dirty="0"/>
          </a:p>
        </p:txBody>
      </p:sp>
    </p:spTree>
    <p:extLst>
      <p:ext uri="{BB962C8B-B14F-4D97-AF65-F5344CB8AC3E}">
        <p14:creationId xmlns:p14="http://schemas.microsoft.com/office/powerpoint/2010/main" val="374834552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API</a:t>
            </a:r>
            <a:endParaRPr lang="zh-CN" altLang="en-US" dirty="0"/>
          </a:p>
        </p:txBody>
      </p:sp>
      <p:sp>
        <p:nvSpPr>
          <p:cNvPr id="3" name="内容占位符 2"/>
          <p:cNvSpPr>
            <a:spLocks noGrp="1"/>
          </p:cNvSpPr>
          <p:nvPr>
            <p:ph idx="1"/>
          </p:nvPr>
        </p:nvSpPr>
        <p:spPr/>
        <p:txBody>
          <a:bodyPr/>
          <a:lstStyle/>
          <a:p>
            <a:r>
              <a:rPr lang="zh-CN" altLang="en-US" dirty="0"/>
              <a:t>系统调用非常不</a:t>
            </a:r>
            <a:r>
              <a:rPr lang="zh-CN" altLang="en-US" dirty="0" smtClean="0"/>
              <a:t>方便</a:t>
            </a:r>
            <a:endParaRPr lang="en-US" altLang="zh-CN" dirty="0" smtClean="0"/>
          </a:p>
          <a:p>
            <a:pPr lvl="1"/>
            <a:r>
              <a:rPr lang="zh-CN" altLang="en-US" dirty="0" smtClean="0"/>
              <a:t>特定</a:t>
            </a:r>
            <a:r>
              <a:rPr lang="zh-CN" altLang="en-US" dirty="0"/>
              <a:t>寄存器、特定内存地址，无法用高级语言表达</a:t>
            </a:r>
          </a:p>
          <a:p>
            <a:r>
              <a:rPr lang="en-US" altLang="zh-CN" dirty="0" smtClean="0"/>
              <a:t>Application Programming Interface</a:t>
            </a:r>
          </a:p>
          <a:p>
            <a:pPr lvl="1"/>
            <a:r>
              <a:rPr lang="zh-CN" altLang="en-US" dirty="0" smtClean="0"/>
              <a:t>操作系统</a:t>
            </a:r>
            <a:r>
              <a:rPr lang="zh-CN" altLang="en-US" dirty="0"/>
              <a:t>商家提供，封装系统调用，形成</a:t>
            </a:r>
            <a:r>
              <a:rPr lang="en-US" altLang="zh-CN" dirty="0"/>
              <a:t>C</a:t>
            </a:r>
            <a:r>
              <a:rPr lang="zh-CN" altLang="en-US" dirty="0"/>
              <a:t>语言函数库，目的是方便应用程序</a:t>
            </a:r>
            <a:r>
              <a:rPr lang="zh-CN" altLang="en-US" dirty="0" smtClean="0"/>
              <a:t>员</a:t>
            </a:r>
            <a:endParaRPr lang="zh-CN" altLang="en-US" dirty="0"/>
          </a:p>
          <a:p>
            <a:pPr lvl="1"/>
            <a:r>
              <a:rPr lang="zh-CN" altLang="en-US" dirty="0"/>
              <a:t>思考：</a:t>
            </a:r>
            <a:r>
              <a:rPr lang="en-US" altLang="zh-CN" dirty="0"/>
              <a:t>API</a:t>
            </a:r>
            <a:r>
              <a:rPr lang="zh-CN" altLang="en-US" dirty="0"/>
              <a:t>函数运行于内核态还是用户态？</a:t>
            </a:r>
          </a:p>
          <a:p>
            <a:pPr lvl="2"/>
            <a:r>
              <a:rPr lang="zh-CN" altLang="en-US" dirty="0"/>
              <a:t>理解：</a:t>
            </a:r>
            <a:r>
              <a:rPr lang="en-US" altLang="zh-CN" dirty="0"/>
              <a:t>#include</a:t>
            </a:r>
            <a:r>
              <a:rPr lang="zh-CN" altLang="en-US" dirty="0"/>
              <a:t>，连接，最终成为应用程序的一部分</a:t>
            </a:r>
          </a:p>
        </p:txBody>
      </p:sp>
      <p:sp>
        <p:nvSpPr>
          <p:cNvPr id="4" name="灯片编号占位符 3"/>
          <p:cNvSpPr>
            <a:spLocks noGrp="1"/>
          </p:cNvSpPr>
          <p:nvPr>
            <p:ph type="sldNum" sz="quarter" idx="12"/>
          </p:nvPr>
        </p:nvSpPr>
        <p:spPr/>
        <p:txBody>
          <a:bodyPr/>
          <a:lstStyle/>
          <a:p>
            <a:fld id="{4093CC90-4002-504C-BD88-C9A1D374048E}" type="slidenum">
              <a:rPr lang="zh-CN" altLang="en-US" smtClean="0"/>
              <a:pPr/>
              <a:t>24</a:t>
            </a:fld>
            <a:endParaRPr lang="zh-CN" altLang="en-US" dirty="0"/>
          </a:p>
        </p:txBody>
      </p:sp>
    </p:spTree>
    <p:extLst>
      <p:ext uri="{BB962C8B-B14F-4D97-AF65-F5344CB8AC3E}">
        <p14:creationId xmlns:p14="http://schemas.microsoft.com/office/powerpoint/2010/main" val="300394074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API</a:t>
            </a:r>
            <a:endParaRPr lang="zh-CN" altLang="en-US" dirty="0"/>
          </a:p>
        </p:txBody>
      </p:sp>
      <p:sp>
        <p:nvSpPr>
          <p:cNvPr id="3" name="内容占位符 2"/>
          <p:cNvSpPr>
            <a:spLocks noGrp="1"/>
          </p:cNvSpPr>
          <p:nvPr>
            <p:ph idx="1"/>
          </p:nvPr>
        </p:nvSpPr>
        <p:spPr/>
        <p:txBody>
          <a:bodyPr/>
          <a:lstStyle/>
          <a:p>
            <a:r>
              <a:rPr lang="zh-CN" altLang="en-US" dirty="0" smtClean="0"/>
              <a:t>现实中，操作系统的设计重点是</a:t>
            </a:r>
            <a:r>
              <a:rPr lang="en-US" altLang="zh-CN" dirty="0" smtClean="0"/>
              <a:t>API</a:t>
            </a:r>
          </a:p>
          <a:p>
            <a:pPr lvl="1"/>
            <a:r>
              <a:rPr lang="zh-CN" altLang="en-US" dirty="0" smtClean="0"/>
              <a:t>开</a:t>
            </a:r>
            <a:r>
              <a:rPr lang="zh-CN" altLang="en-US" dirty="0"/>
              <a:t>源系统公开系统调用</a:t>
            </a:r>
            <a:r>
              <a:rPr lang="zh-CN" altLang="en-US" dirty="0" smtClean="0"/>
              <a:t>，但也不鼓励使用，</a:t>
            </a:r>
            <a:r>
              <a:rPr lang="en-US" altLang="zh-CN" dirty="0" smtClean="0"/>
              <a:t>Windows</a:t>
            </a:r>
            <a:r>
              <a:rPr lang="zh-CN" altLang="en-US" dirty="0"/>
              <a:t>根本不公开系统调用</a:t>
            </a:r>
          </a:p>
          <a:p>
            <a:pPr lvl="1"/>
            <a:r>
              <a:rPr lang="en-US" altLang="zh-CN" dirty="0"/>
              <a:t>Windows</a:t>
            </a:r>
            <a:r>
              <a:rPr lang="zh-CN" altLang="en-US" dirty="0"/>
              <a:t>：</a:t>
            </a:r>
            <a:r>
              <a:rPr lang="en-US" altLang="zh-CN" dirty="0"/>
              <a:t>Win32</a:t>
            </a:r>
            <a:r>
              <a:rPr lang="zh-CN" altLang="en-US" dirty="0"/>
              <a:t>，</a:t>
            </a:r>
            <a:r>
              <a:rPr lang="en-US" altLang="zh-CN" dirty="0"/>
              <a:t>Linux/UNIX</a:t>
            </a:r>
            <a:r>
              <a:rPr lang="zh-CN" altLang="en-US" dirty="0"/>
              <a:t>：</a:t>
            </a:r>
            <a:r>
              <a:rPr lang="en-US" altLang="zh-CN" dirty="0"/>
              <a:t>POSIX</a:t>
            </a:r>
            <a:r>
              <a:rPr lang="zh-CN" altLang="en-US" dirty="0"/>
              <a:t>（只是一个公开规范，可理解为交集）</a:t>
            </a:r>
          </a:p>
          <a:p>
            <a:pPr lvl="1"/>
            <a:r>
              <a:rPr lang="zh-CN" altLang="en-US" dirty="0"/>
              <a:t>不同版本</a:t>
            </a:r>
            <a:r>
              <a:rPr lang="en-US" altLang="zh-CN" dirty="0"/>
              <a:t>Windows</a:t>
            </a:r>
            <a:r>
              <a:rPr lang="zh-CN" altLang="en-US" dirty="0"/>
              <a:t>，系统调用可能有所不同，只要</a:t>
            </a:r>
            <a:r>
              <a:rPr lang="en-US" altLang="zh-CN" dirty="0"/>
              <a:t>API</a:t>
            </a:r>
            <a:r>
              <a:rPr lang="zh-CN" altLang="en-US" dirty="0"/>
              <a:t>一样，就可</a:t>
            </a:r>
            <a:r>
              <a:rPr lang="zh-CN" altLang="en-US" dirty="0" smtClean="0"/>
              <a:t>兼容</a:t>
            </a:r>
            <a:endParaRPr lang="zh-CN" altLang="en-US" dirty="0"/>
          </a:p>
          <a:p>
            <a:r>
              <a:rPr lang="en-US" altLang="zh-CN" dirty="0"/>
              <a:t>Java VM</a:t>
            </a:r>
            <a:r>
              <a:rPr lang="zh-CN" altLang="en-US" dirty="0"/>
              <a:t>、</a:t>
            </a:r>
            <a:r>
              <a:rPr lang="en-US" altLang="zh-CN" dirty="0" err="1"/>
              <a:t>.Net</a:t>
            </a:r>
            <a:r>
              <a:rPr lang="zh-CN" altLang="en-US" dirty="0"/>
              <a:t>、</a:t>
            </a:r>
            <a:r>
              <a:rPr lang="en-US" altLang="zh-CN" dirty="0"/>
              <a:t>C++</a:t>
            </a:r>
            <a:r>
              <a:rPr lang="zh-CN" altLang="en-US" dirty="0"/>
              <a:t>标准库对</a:t>
            </a:r>
            <a:r>
              <a:rPr lang="en-US" altLang="zh-CN" dirty="0"/>
              <a:t>API</a:t>
            </a:r>
            <a:r>
              <a:rPr lang="zh-CN" altLang="en-US" dirty="0"/>
              <a:t>进一步</a:t>
            </a:r>
            <a:r>
              <a:rPr lang="zh-CN" altLang="en-US" dirty="0" smtClean="0"/>
              <a:t>封装</a:t>
            </a:r>
            <a:endParaRPr lang="zh-CN" altLang="en-US" dirty="0"/>
          </a:p>
        </p:txBody>
      </p:sp>
      <p:sp>
        <p:nvSpPr>
          <p:cNvPr id="4" name="灯片编号占位符 3"/>
          <p:cNvSpPr>
            <a:spLocks noGrp="1"/>
          </p:cNvSpPr>
          <p:nvPr>
            <p:ph type="sldNum" sz="quarter" idx="12"/>
          </p:nvPr>
        </p:nvSpPr>
        <p:spPr/>
        <p:txBody>
          <a:bodyPr/>
          <a:lstStyle/>
          <a:p>
            <a:fld id="{4093CC90-4002-504C-BD88-C9A1D374048E}" type="slidenum">
              <a:rPr lang="zh-CN" altLang="en-US" smtClean="0"/>
              <a:pPr/>
              <a:t>25</a:t>
            </a:fld>
            <a:endParaRPr lang="zh-CN" altLang="en-US" dirty="0"/>
          </a:p>
        </p:txBody>
      </p:sp>
    </p:spTree>
    <p:extLst>
      <p:ext uri="{BB962C8B-B14F-4D97-AF65-F5344CB8AC3E}">
        <p14:creationId xmlns:p14="http://schemas.microsoft.com/office/powerpoint/2010/main" val="156649323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 xmlns:a16="http://schemas.microsoft.com/office/drawing/2014/main" id="{FA478220-5F10-3448-53B0-A082ACF36790}"/>
              </a:ext>
            </a:extLst>
          </p:cNvPr>
          <p:cNvSpPr>
            <a:spLocks noGrp="1"/>
          </p:cNvSpPr>
          <p:nvPr>
            <p:ph type="title"/>
          </p:nvPr>
        </p:nvSpPr>
        <p:spPr>
          <a:xfrm>
            <a:off x="1042988" y="225431"/>
            <a:ext cx="7850187" cy="746125"/>
          </a:xfrm>
        </p:spPr>
        <p:txBody>
          <a:bodyPr/>
          <a:lstStyle/>
          <a:p>
            <a:r>
              <a:rPr lang="zh-CN" altLang="en-US" dirty="0" smtClean="0"/>
              <a:t>第</a:t>
            </a:r>
            <a:r>
              <a:rPr lang="en-US" altLang="zh-CN" dirty="0" smtClean="0"/>
              <a:t>2</a:t>
            </a:r>
            <a:r>
              <a:rPr lang="zh-CN" altLang="en-US" dirty="0" smtClean="0"/>
              <a:t>章 操作系统结构</a:t>
            </a:r>
            <a:endParaRPr lang="zh-CN" altLang="en-US" dirty="0"/>
          </a:p>
        </p:txBody>
      </p:sp>
      <p:sp>
        <p:nvSpPr>
          <p:cNvPr id="3" name="内容占位符 2">
            <a:extLst>
              <a:ext uri="{FF2B5EF4-FFF2-40B4-BE49-F238E27FC236}">
                <a16:creationId xmlns="" xmlns:a16="http://schemas.microsoft.com/office/drawing/2014/main" id="{AD7B2C0A-B2D8-3755-E6C0-89A613AD7E93}"/>
              </a:ext>
            </a:extLst>
          </p:cNvPr>
          <p:cNvSpPr>
            <a:spLocks noGrp="1"/>
          </p:cNvSpPr>
          <p:nvPr>
            <p:ph idx="1"/>
          </p:nvPr>
        </p:nvSpPr>
        <p:spPr>
          <a:xfrm>
            <a:off x="935038" y="1233488"/>
            <a:ext cx="7772400" cy="4895850"/>
          </a:xfrm>
        </p:spPr>
        <p:txBody>
          <a:bodyPr>
            <a:normAutofit/>
          </a:bodyPr>
          <a:lstStyle/>
          <a:p>
            <a:r>
              <a:rPr lang="zh-CN" altLang="en-US" dirty="0"/>
              <a:t>本章内容</a:t>
            </a:r>
            <a:endParaRPr lang="en-US" altLang="zh-CN" dirty="0"/>
          </a:p>
          <a:p>
            <a:r>
              <a:rPr lang="en-US" altLang="zh-CN" dirty="0"/>
              <a:t>1.</a:t>
            </a:r>
            <a:r>
              <a:rPr lang="zh-CN" altLang="en-US" dirty="0"/>
              <a:t> </a:t>
            </a:r>
            <a:r>
              <a:rPr lang="zh-CN" altLang="en-US" dirty="0" smtClean="0"/>
              <a:t>功能概述</a:t>
            </a:r>
            <a:endParaRPr lang="zh-CN" altLang="zh-CN" dirty="0"/>
          </a:p>
          <a:p>
            <a:r>
              <a:rPr lang="en-US" altLang="zh-CN" dirty="0"/>
              <a:t>2.</a:t>
            </a:r>
            <a:r>
              <a:rPr lang="zh-CN" altLang="en-US" dirty="0"/>
              <a:t> </a:t>
            </a:r>
            <a:r>
              <a:rPr lang="zh-CN" altLang="en-US" dirty="0" smtClean="0"/>
              <a:t>用户接口</a:t>
            </a:r>
            <a:endParaRPr lang="zh-CN" altLang="zh-CN" dirty="0"/>
          </a:p>
          <a:p>
            <a:r>
              <a:rPr lang="en-US" altLang="zh-CN" dirty="0"/>
              <a:t>3.</a:t>
            </a:r>
            <a:r>
              <a:rPr lang="zh-CN" altLang="en-US" dirty="0"/>
              <a:t> </a:t>
            </a:r>
            <a:r>
              <a:rPr lang="zh-CN" altLang="en-US" dirty="0" smtClean="0"/>
              <a:t>系统调用</a:t>
            </a:r>
            <a:endParaRPr lang="en-US" altLang="zh-CN" dirty="0"/>
          </a:p>
          <a:p>
            <a:r>
              <a:rPr lang="en-US" altLang="zh-CN" dirty="0"/>
              <a:t>4.</a:t>
            </a:r>
            <a:r>
              <a:rPr lang="zh-CN" altLang="en-US" dirty="0"/>
              <a:t> </a:t>
            </a:r>
            <a:r>
              <a:rPr lang="zh-CN" altLang="en-US" dirty="0" smtClean="0"/>
              <a:t>系统服务</a:t>
            </a:r>
            <a:endParaRPr lang="en-US" altLang="zh-CN" dirty="0" smtClean="0"/>
          </a:p>
          <a:p>
            <a:r>
              <a:rPr lang="en-US" altLang="zh-CN" dirty="0" smtClean="0">
                <a:solidFill>
                  <a:srgbClr val="FF0000"/>
                </a:solidFill>
              </a:rPr>
              <a:t>5. </a:t>
            </a:r>
            <a:r>
              <a:rPr lang="zh-CN" altLang="en-US" dirty="0" smtClean="0">
                <a:solidFill>
                  <a:srgbClr val="FF0000"/>
                </a:solidFill>
              </a:rPr>
              <a:t>操作系统结构</a:t>
            </a:r>
            <a:endParaRPr lang="en-US" altLang="zh-CN" dirty="0">
              <a:solidFill>
                <a:srgbClr val="FF0000"/>
              </a:solidFill>
            </a:endParaRPr>
          </a:p>
        </p:txBody>
      </p:sp>
      <p:sp>
        <p:nvSpPr>
          <p:cNvPr id="4" name="灯片编号占位符 3">
            <a:extLst>
              <a:ext uri="{FF2B5EF4-FFF2-40B4-BE49-F238E27FC236}">
                <a16:creationId xmlns="" xmlns:a16="http://schemas.microsoft.com/office/drawing/2014/main" id="{F5A8B553-02AE-2219-C59A-8B5B36D12789}"/>
              </a:ext>
            </a:extLst>
          </p:cNvPr>
          <p:cNvSpPr>
            <a:spLocks noGrp="1"/>
          </p:cNvSpPr>
          <p:nvPr>
            <p:ph type="sldNum" sz="quarter" idx="12"/>
          </p:nvPr>
        </p:nvSpPr>
        <p:spPr>
          <a:xfrm>
            <a:off x="6781800" y="6324600"/>
            <a:ext cx="1905000" cy="457200"/>
          </a:xfrm>
        </p:spPr>
        <p:txBody>
          <a:bodyPr/>
          <a:lstStyle/>
          <a:p>
            <a:fld id="{4093CC90-4002-504C-BD88-C9A1D374048E}" type="slidenum">
              <a:rPr lang="zh-CN" altLang="en-US" smtClean="0"/>
              <a:pPr/>
              <a:t>26</a:t>
            </a:fld>
            <a:endParaRPr lang="zh-CN" altLang="en-US" dirty="0"/>
          </a:p>
        </p:txBody>
      </p:sp>
    </p:spTree>
    <p:extLst>
      <p:ext uri="{BB962C8B-B14F-4D97-AF65-F5344CB8AC3E}">
        <p14:creationId xmlns:p14="http://schemas.microsoft.com/office/powerpoint/2010/main" val="142570601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操作系统的内核结构</a:t>
            </a:r>
          </a:p>
        </p:txBody>
      </p:sp>
      <p:sp>
        <p:nvSpPr>
          <p:cNvPr id="3" name="内容占位符 2"/>
          <p:cNvSpPr>
            <a:spLocks noGrp="1"/>
          </p:cNvSpPr>
          <p:nvPr>
            <p:ph idx="1"/>
          </p:nvPr>
        </p:nvSpPr>
        <p:spPr/>
        <p:txBody>
          <a:bodyPr/>
          <a:lstStyle/>
          <a:p>
            <a:r>
              <a:rPr lang="zh-CN" altLang="en-US" dirty="0"/>
              <a:t>操作系统是一个大型系统软件，其内核结构主要有三</a:t>
            </a:r>
            <a:r>
              <a:rPr lang="zh-CN" altLang="en-US" dirty="0" smtClean="0"/>
              <a:t>种</a:t>
            </a:r>
            <a:endParaRPr lang="zh-CN" altLang="en-US" dirty="0"/>
          </a:p>
          <a:p>
            <a:pPr lvl="1"/>
            <a:r>
              <a:rPr lang="zh-CN" altLang="en-US" dirty="0"/>
              <a:t>模块结构</a:t>
            </a:r>
          </a:p>
          <a:p>
            <a:pPr lvl="1"/>
            <a:r>
              <a:rPr lang="zh-CN" altLang="en-US" dirty="0"/>
              <a:t>层次结构</a:t>
            </a:r>
          </a:p>
          <a:p>
            <a:pPr lvl="1"/>
            <a:r>
              <a:rPr lang="zh-CN" altLang="en-US" dirty="0"/>
              <a:t>微内核结构</a:t>
            </a:r>
          </a:p>
        </p:txBody>
      </p:sp>
      <p:sp>
        <p:nvSpPr>
          <p:cNvPr id="4" name="灯片编号占位符 3"/>
          <p:cNvSpPr>
            <a:spLocks noGrp="1"/>
          </p:cNvSpPr>
          <p:nvPr>
            <p:ph type="sldNum" sz="quarter" idx="12"/>
          </p:nvPr>
        </p:nvSpPr>
        <p:spPr/>
        <p:txBody>
          <a:bodyPr/>
          <a:lstStyle/>
          <a:p>
            <a:fld id="{4093CC90-4002-504C-BD88-C9A1D374048E}" type="slidenum">
              <a:rPr lang="zh-CN" altLang="en-US" smtClean="0"/>
              <a:pPr/>
              <a:t>27</a:t>
            </a:fld>
            <a:endParaRPr lang="zh-CN" altLang="en-US" dirty="0"/>
          </a:p>
        </p:txBody>
      </p:sp>
    </p:spTree>
    <p:extLst>
      <p:ext uri="{BB962C8B-B14F-4D97-AF65-F5344CB8AC3E}">
        <p14:creationId xmlns:p14="http://schemas.microsoft.com/office/powerpoint/2010/main" val="297879902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简单结构</a:t>
            </a:r>
          </a:p>
        </p:txBody>
      </p:sp>
      <p:sp>
        <p:nvSpPr>
          <p:cNvPr id="3" name="内容占位符 2"/>
          <p:cNvSpPr>
            <a:spLocks noGrp="1"/>
          </p:cNvSpPr>
          <p:nvPr>
            <p:ph idx="1"/>
          </p:nvPr>
        </p:nvSpPr>
        <p:spPr/>
        <p:txBody>
          <a:bodyPr/>
          <a:lstStyle/>
          <a:p>
            <a:r>
              <a:rPr lang="zh-CN" altLang="en-US" dirty="0"/>
              <a:t>一些商业操作系统最初很小、简单且功能有限，没有明确定义的结构</a:t>
            </a:r>
          </a:p>
          <a:p>
            <a:pPr lvl="1"/>
            <a:r>
              <a:rPr lang="en-US" altLang="zh-CN" dirty="0"/>
              <a:t>MS-DOS</a:t>
            </a:r>
            <a:r>
              <a:rPr lang="zh-CN" altLang="en-US" dirty="0"/>
              <a:t>，以最小的空间提供最多的功能</a:t>
            </a:r>
          </a:p>
          <a:p>
            <a:pPr lvl="2"/>
            <a:r>
              <a:rPr lang="zh-CN" altLang="en-US" dirty="0"/>
              <a:t>不划分模块</a:t>
            </a:r>
          </a:p>
          <a:p>
            <a:pPr lvl="2"/>
            <a:r>
              <a:rPr lang="zh-CN" altLang="en-US" dirty="0"/>
              <a:t>其接口和功能层次没有划分清楚</a:t>
            </a:r>
          </a:p>
          <a:p>
            <a:pPr lvl="1"/>
            <a:r>
              <a:rPr lang="zh-CN" altLang="en-US" dirty="0"/>
              <a:t>早期</a:t>
            </a:r>
            <a:r>
              <a:rPr lang="en-US" altLang="zh-CN" dirty="0"/>
              <a:t>UNIX</a:t>
            </a:r>
            <a:r>
              <a:rPr lang="zh-CN" altLang="en-US" dirty="0"/>
              <a:t>，受硬件功能限制，由</a:t>
            </a:r>
            <a:r>
              <a:rPr lang="en-US" altLang="zh-CN" dirty="0"/>
              <a:t>2</a:t>
            </a:r>
            <a:r>
              <a:rPr lang="zh-CN" altLang="en-US" dirty="0"/>
              <a:t>个独立部分组成</a:t>
            </a:r>
          </a:p>
          <a:p>
            <a:pPr lvl="2"/>
            <a:r>
              <a:rPr lang="zh-CN" altLang="en-US" dirty="0"/>
              <a:t>系统程序</a:t>
            </a:r>
          </a:p>
          <a:p>
            <a:pPr lvl="2"/>
            <a:r>
              <a:rPr lang="zh-CN" altLang="en-US" dirty="0"/>
              <a:t>内核</a:t>
            </a:r>
          </a:p>
        </p:txBody>
      </p:sp>
      <p:sp>
        <p:nvSpPr>
          <p:cNvPr id="4" name="灯片编号占位符 3"/>
          <p:cNvSpPr>
            <a:spLocks noGrp="1"/>
          </p:cNvSpPr>
          <p:nvPr>
            <p:ph type="sldNum" sz="quarter" idx="12"/>
          </p:nvPr>
        </p:nvSpPr>
        <p:spPr/>
        <p:txBody>
          <a:bodyPr/>
          <a:lstStyle/>
          <a:p>
            <a:fld id="{4093CC90-4002-504C-BD88-C9A1D374048E}" type="slidenum">
              <a:rPr lang="zh-CN" altLang="en-US" smtClean="0"/>
              <a:pPr/>
              <a:t>28</a:t>
            </a:fld>
            <a:endParaRPr lang="zh-CN" altLang="en-US" dirty="0"/>
          </a:p>
        </p:txBody>
      </p:sp>
    </p:spTree>
    <p:extLst>
      <p:ext uri="{BB962C8B-B14F-4D97-AF65-F5344CB8AC3E}">
        <p14:creationId xmlns:p14="http://schemas.microsoft.com/office/powerpoint/2010/main" val="181547921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分层方法</a:t>
            </a:r>
          </a:p>
        </p:txBody>
      </p:sp>
      <p:sp>
        <p:nvSpPr>
          <p:cNvPr id="3" name="内容占位符 2"/>
          <p:cNvSpPr>
            <a:spLocks noGrp="1"/>
          </p:cNvSpPr>
          <p:nvPr>
            <p:ph idx="1"/>
          </p:nvPr>
        </p:nvSpPr>
        <p:spPr/>
        <p:txBody>
          <a:bodyPr/>
          <a:lstStyle/>
          <a:p>
            <a:r>
              <a:rPr lang="zh-CN" altLang="en-US" dirty="0"/>
              <a:t>操作系统划分为若干</a:t>
            </a:r>
            <a:r>
              <a:rPr lang="zh-CN" altLang="en-US" dirty="0" smtClean="0"/>
              <a:t>层</a:t>
            </a:r>
            <a:endParaRPr lang="en-US" altLang="zh-CN" dirty="0" smtClean="0"/>
          </a:p>
          <a:p>
            <a:pPr lvl="1"/>
            <a:r>
              <a:rPr lang="zh-CN" altLang="en-US" dirty="0" smtClean="0"/>
              <a:t>底层</a:t>
            </a:r>
            <a:r>
              <a:rPr lang="zh-CN" altLang="en-US" dirty="0"/>
              <a:t>（</a:t>
            </a:r>
            <a:r>
              <a:rPr lang="en-US" altLang="zh-CN" dirty="0"/>
              <a:t>0</a:t>
            </a:r>
            <a:r>
              <a:rPr lang="zh-CN" altLang="en-US" dirty="0"/>
              <a:t>层）为硬件，最高层为用户</a:t>
            </a:r>
            <a:r>
              <a:rPr lang="zh-CN" altLang="en-US" dirty="0" smtClean="0"/>
              <a:t>接口</a:t>
            </a:r>
            <a:endParaRPr lang="en-US" altLang="zh-CN" dirty="0" smtClean="0"/>
          </a:p>
          <a:p>
            <a:pPr lvl="1"/>
            <a:r>
              <a:rPr lang="zh-CN" altLang="en-US" dirty="0"/>
              <a:t>每层</a:t>
            </a:r>
            <a:r>
              <a:rPr lang="zh-CN" altLang="en-US" dirty="0" smtClean="0"/>
              <a:t>只与</a:t>
            </a:r>
            <a:r>
              <a:rPr lang="zh-CN" altLang="en-US" dirty="0"/>
              <a:t>相邻层次发生直接</a:t>
            </a:r>
            <a:r>
              <a:rPr lang="zh-CN" altLang="en-US" dirty="0" smtClean="0"/>
              <a:t>联系</a:t>
            </a:r>
            <a:endParaRPr lang="zh-CN" altLang="en-US" dirty="0"/>
          </a:p>
          <a:p>
            <a:pPr lvl="1"/>
            <a:r>
              <a:rPr lang="zh-CN" altLang="en-US" dirty="0"/>
              <a:t>每层都利用较低层的功能和服务，为较高层隐藏一定的数据结构、操作和硬件的存在</a:t>
            </a:r>
          </a:p>
        </p:txBody>
      </p:sp>
      <p:sp>
        <p:nvSpPr>
          <p:cNvPr id="4" name="灯片编号占位符 3"/>
          <p:cNvSpPr>
            <a:spLocks noGrp="1"/>
          </p:cNvSpPr>
          <p:nvPr>
            <p:ph type="sldNum" sz="quarter" idx="12"/>
          </p:nvPr>
        </p:nvSpPr>
        <p:spPr/>
        <p:txBody>
          <a:bodyPr/>
          <a:lstStyle/>
          <a:p>
            <a:fld id="{4093CC90-4002-504C-BD88-C9A1D374048E}" type="slidenum">
              <a:rPr lang="zh-CN" altLang="en-US" smtClean="0"/>
              <a:pPr/>
              <a:t>29</a:t>
            </a:fld>
            <a:endParaRPr lang="zh-CN" altLang="en-US" dirty="0"/>
          </a:p>
        </p:txBody>
      </p:sp>
      <p:grpSp>
        <p:nvGrpSpPr>
          <p:cNvPr id="14" name="组合 13"/>
          <p:cNvGrpSpPr>
            <a:grpSpLocks noChangeAspect="1"/>
          </p:cNvGrpSpPr>
          <p:nvPr/>
        </p:nvGrpSpPr>
        <p:grpSpPr>
          <a:xfrm>
            <a:off x="3198813" y="3893344"/>
            <a:ext cx="2754313" cy="2755106"/>
            <a:chOff x="1979613" y="1233488"/>
            <a:chExt cx="5508625" cy="5510212"/>
          </a:xfrm>
        </p:grpSpPr>
        <p:sp>
          <p:nvSpPr>
            <p:cNvPr id="6" name="Oval 4"/>
            <p:cNvSpPr>
              <a:spLocks noChangeAspect="1" noChangeArrowheads="1"/>
            </p:cNvSpPr>
            <p:nvPr/>
          </p:nvSpPr>
          <p:spPr bwMode="auto">
            <a:xfrm>
              <a:off x="1979613" y="1233488"/>
              <a:ext cx="5508625" cy="5510212"/>
            </a:xfrm>
            <a:prstGeom prst="ellipse">
              <a:avLst/>
            </a:prstGeom>
            <a:solidFill>
              <a:srgbClr val="CCECFF"/>
            </a:solidFill>
            <a:ln w="9525">
              <a:solidFill>
                <a:schemeClr val="tx1"/>
              </a:solidFill>
              <a:round/>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lnSpc>
                  <a:spcPct val="90000"/>
                </a:lnSpc>
              </a:pPr>
              <a:endParaRPr lang="zh-CN" altLang="en-US" sz="1600"/>
            </a:p>
          </p:txBody>
        </p:sp>
        <p:sp>
          <p:nvSpPr>
            <p:cNvPr id="7" name="Oval 5"/>
            <p:cNvSpPr>
              <a:spLocks noChangeAspect="1" noChangeArrowheads="1"/>
            </p:cNvSpPr>
            <p:nvPr/>
          </p:nvSpPr>
          <p:spPr bwMode="auto">
            <a:xfrm>
              <a:off x="2627313" y="1843088"/>
              <a:ext cx="4214812" cy="4214812"/>
            </a:xfrm>
            <a:prstGeom prst="ellipse">
              <a:avLst/>
            </a:prstGeom>
            <a:solidFill>
              <a:srgbClr val="EAEAEA"/>
            </a:solidFill>
            <a:ln w="9525">
              <a:solidFill>
                <a:schemeClr val="tx1"/>
              </a:solidFill>
              <a:round/>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lnSpc>
                  <a:spcPct val="90000"/>
                </a:lnSpc>
              </a:pPr>
              <a:endParaRPr lang="zh-CN" altLang="en-US" sz="1600"/>
            </a:p>
          </p:txBody>
        </p:sp>
        <p:sp>
          <p:nvSpPr>
            <p:cNvPr id="8" name="Oval 6"/>
            <p:cNvSpPr>
              <a:spLocks noChangeAspect="1" noChangeArrowheads="1"/>
            </p:cNvSpPr>
            <p:nvPr/>
          </p:nvSpPr>
          <p:spPr bwMode="auto">
            <a:xfrm>
              <a:off x="3240088" y="2454275"/>
              <a:ext cx="2990850" cy="2990850"/>
            </a:xfrm>
            <a:prstGeom prst="ellipse">
              <a:avLst/>
            </a:prstGeom>
            <a:solidFill>
              <a:srgbClr val="CCECFF"/>
            </a:solidFill>
            <a:ln w="9525">
              <a:solidFill>
                <a:schemeClr val="tx1"/>
              </a:solidFill>
              <a:round/>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lnSpc>
                  <a:spcPct val="90000"/>
                </a:lnSpc>
              </a:pPr>
              <a:endParaRPr lang="zh-CN" altLang="en-US" sz="1600"/>
            </a:p>
          </p:txBody>
        </p:sp>
        <p:sp>
          <p:nvSpPr>
            <p:cNvPr id="9" name="Oval 7"/>
            <p:cNvSpPr>
              <a:spLocks noChangeAspect="1" noChangeArrowheads="1"/>
            </p:cNvSpPr>
            <p:nvPr/>
          </p:nvSpPr>
          <p:spPr bwMode="auto">
            <a:xfrm>
              <a:off x="3779838" y="2994025"/>
              <a:ext cx="1911350" cy="1911350"/>
            </a:xfrm>
            <a:prstGeom prst="ellipse">
              <a:avLst/>
            </a:prstGeom>
            <a:solidFill>
              <a:srgbClr val="EAEAEA"/>
            </a:solidFill>
            <a:ln w="9525">
              <a:solidFill>
                <a:schemeClr val="tx1"/>
              </a:solidFill>
              <a:round/>
              <a:headEnd/>
              <a:tailEnd/>
            </a:ln>
          </p:spPr>
          <p:txBody>
            <a:bodyPr wrap="none" anchor="ctr"/>
            <a:lstStyle>
              <a:lvl1pPr marL="342900" indent="-342900">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lnSpc>
                  <a:spcPct val="90000"/>
                </a:lnSpc>
              </a:pPr>
              <a:endParaRPr lang="zh-CN" altLang="en-US" sz="1600"/>
            </a:p>
          </p:txBody>
        </p:sp>
        <p:sp>
          <p:nvSpPr>
            <p:cNvPr id="10" name="Rectangle 8"/>
            <p:cNvSpPr>
              <a:spLocks noChangeAspect="1" noChangeArrowheads="1"/>
            </p:cNvSpPr>
            <p:nvPr/>
          </p:nvSpPr>
          <p:spPr bwMode="auto">
            <a:xfrm>
              <a:off x="4248150" y="3644900"/>
              <a:ext cx="971550" cy="576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18000" tIns="10800" rIns="18000" bIns="10800" anchor="ctr"/>
            <a:lstStyle>
              <a:lvl1pPr marL="342900" indent="-342900">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lnSpc>
                  <a:spcPct val="90000"/>
                </a:lnSpc>
                <a:buFont typeface="Wingdings" panose="05000000000000000000" pitchFamily="2" charset="2"/>
                <a:buNone/>
              </a:pPr>
              <a:r>
                <a:rPr lang="zh-CN" altLang="en-US" sz="1400" b="1" dirty="0"/>
                <a:t>层</a:t>
              </a:r>
              <a:r>
                <a:rPr lang="en-US" altLang="zh-CN" sz="1400" b="1" dirty="0"/>
                <a:t>0</a:t>
              </a:r>
            </a:p>
            <a:p>
              <a:pPr algn="ctr" eaLnBrk="1" hangingPunct="1">
                <a:lnSpc>
                  <a:spcPct val="90000"/>
                </a:lnSpc>
                <a:buFont typeface="Wingdings" panose="05000000000000000000" pitchFamily="2" charset="2"/>
                <a:buNone/>
              </a:pPr>
              <a:r>
                <a:rPr lang="zh-CN" altLang="en-US" sz="1400" b="1" dirty="0"/>
                <a:t>硬件</a:t>
              </a:r>
            </a:p>
          </p:txBody>
        </p:sp>
        <p:sp>
          <p:nvSpPr>
            <p:cNvPr id="11" name="Rectangle 9"/>
            <p:cNvSpPr>
              <a:spLocks noChangeAspect="1" noChangeArrowheads="1"/>
            </p:cNvSpPr>
            <p:nvPr/>
          </p:nvSpPr>
          <p:spPr bwMode="auto">
            <a:xfrm>
              <a:off x="4284663" y="2600325"/>
              <a:ext cx="9715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18000" tIns="10800" rIns="18000" bIns="10800" anchor="ctr"/>
            <a:lstStyle>
              <a:lvl1pPr marL="342900" indent="-342900">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lnSpc>
                  <a:spcPct val="90000"/>
                </a:lnSpc>
                <a:buFont typeface="Wingdings" panose="05000000000000000000" pitchFamily="2" charset="2"/>
                <a:buNone/>
              </a:pPr>
              <a:r>
                <a:rPr lang="zh-CN" altLang="en-US" sz="1400" b="1" dirty="0"/>
                <a:t>层</a:t>
              </a:r>
              <a:r>
                <a:rPr lang="en-US" altLang="zh-CN" sz="1400" b="1" dirty="0"/>
                <a:t>1</a:t>
              </a:r>
            </a:p>
          </p:txBody>
        </p:sp>
        <p:sp>
          <p:nvSpPr>
            <p:cNvPr id="12" name="Rectangle 10"/>
            <p:cNvSpPr>
              <a:spLocks noChangeAspect="1" noChangeArrowheads="1"/>
            </p:cNvSpPr>
            <p:nvPr/>
          </p:nvSpPr>
          <p:spPr bwMode="auto">
            <a:xfrm>
              <a:off x="4248150" y="1881188"/>
              <a:ext cx="9715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18000" tIns="10800" rIns="18000" bIns="10800" anchor="ctr"/>
            <a:lstStyle>
              <a:lvl1pPr marL="342900" indent="-342900">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lnSpc>
                  <a:spcPct val="90000"/>
                </a:lnSpc>
                <a:buFont typeface="Wingdings" panose="05000000000000000000" pitchFamily="2" charset="2"/>
                <a:buNone/>
              </a:pPr>
              <a:r>
                <a:rPr lang="en-US" altLang="zh-CN" sz="1400" b="1" dirty="0"/>
                <a:t>...</a:t>
              </a:r>
            </a:p>
          </p:txBody>
        </p:sp>
        <p:sp>
          <p:nvSpPr>
            <p:cNvPr id="13" name="Rectangle 11"/>
            <p:cNvSpPr>
              <a:spLocks noChangeAspect="1" noChangeArrowheads="1"/>
            </p:cNvSpPr>
            <p:nvPr/>
          </p:nvSpPr>
          <p:spPr bwMode="auto">
            <a:xfrm>
              <a:off x="4248150" y="1341438"/>
              <a:ext cx="9715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18000" tIns="10800" rIns="18000" bIns="10800" anchor="ctr"/>
            <a:lstStyle>
              <a:lvl1pPr marL="342900" indent="-342900">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algn="ctr" eaLnBrk="1" hangingPunct="1">
                <a:lnSpc>
                  <a:spcPct val="90000"/>
                </a:lnSpc>
                <a:buFont typeface="Wingdings" panose="05000000000000000000" pitchFamily="2" charset="2"/>
                <a:buNone/>
              </a:pPr>
              <a:r>
                <a:rPr lang="zh-CN" altLang="en-US" sz="1400" b="1" dirty="0"/>
                <a:t>层</a:t>
              </a:r>
              <a:r>
                <a:rPr lang="en-US" altLang="zh-CN" sz="1400" b="1" dirty="0"/>
                <a:t>n</a:t>
              </a:r>
            </a:p>
          </p:txBody>
        </p:sp>
      </p:grpSp>
    </p:spTree>
    <p:extLst>
      <p:ext uri="{BB962C8B-B14F-4D97-AF65-F5344CB8AC3E}">
        <p14:creationId xmlns:p14="http://schemas.microsoft.com/office/powerpoint/2010/main" val="223486954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层次结构特点</a:t>
            </a:r>
          </a:p>
        </p:txBody>
      </p:sp>
      <p:sp>
        <p:nvSpPr>
          <p:cNvPr id="3" name="内容占位符 2"/>
          <p:cNvSpPr>
            <a:spLocks noGrp="1"/>
          </p:cNvSpPr>
          <p:nvPr>
            <p:ph idx="1"/>
          </p:nvPr>
        </p:nvSpPr>
        <p:spPr/>
        <p:txBody>
          <a:bodyPr/>
          <a:lstStyle/>
          <a:p>
            <a:r>
              <a:rPr lang="zh-CN" altLang="en-US" dirty="0"/>
              <a:t>层次结构是一种特殊的</a:t>
            </a:r>
            <a:r>
              <a:rPr lang="zh-CN" altLang="en-US" dirty="0" smtClean="0"/>
              <a:t>模块结构</a:t>
            </a:r>
            <a:endParaRPr lang="zh-CN" altLang="en-US" dirty="0"/>
          </a:p>
          <a:p>
            <a:pPr lvl="1"/>
            <a:r>
              <a:rPr lang="zh-CN" altLang="en-US" dirty="0" smtClean="0"/>
              <a:t>给</a:t>
            </a:r>
            <a:r>
              <a:rPr lang="zh-CN" altLang="en-US" dirty="0"/>
              <a:t>模块赋予了层次顺序，使调用关系变得</a:t>
            </a:r>
            <a:r>
              <a:rPr lang="zh-CN" altLang="en-US" dirty="0" smtClean="0"/>
              <a:t>有序</a:t>
            </a:r>
            <a:endParaRPr lang="zh-CN" altLang="en-US" dirty="0"/>
          </a:p>
          <a:p>
            <a:pPr lvl="1"/>
            <a:r>
              <a:rPr lang="zh-CN" altLang="en-US" dirty="0"/>
              <a:t>在上下两层不变的基础上可以换掉某层，便于移植和</a:t>
            </a:r>
            <a:r>
              <a:rPr lang="zh-CN" altLang="en-US" dirty="0" smtClean="0"/>
              <a:t>扩充</a:t>
            </a:r>
            <a:endParaRPr lang="en-US" altLang="zh-CN" dirty="0" smtClean="0"/>
          </a:p>
          <a:p>
            <a:pPr lvl="1"/>
            <a:r>
              <a:rPr lang="zh-CN" altLang="en-US" dirty="0"/>
              <a:t>但以牺牲一定的灵活性为</a:t>
            </a:r>
            <a:r>
              <a:rPr lang="zh-CN" altLang="en-US" dirty="0" smtClean="0"/>
              <a:t>代价</a:t>
            </a:r>
            <a:endParaRPr lang="en-US" altLang="zh-CN" dirty="0" smtClean="0"/>
          </a:p>
        </p:txBody>
      </p:sp>
      <p:sp>
        <p:nvSpPr>
          <p:cNvPr id="4" name="灯片编号占位符 3"/>
          <p:cNvSpPr>
            <a:spLocks noGrp="1"/>
          </p:cNvSpPr>
          <p:nvPr>
            <p:ph type="sldNum" sz="quarter" idx="12"/>
          </p:nvPr>
        </p:nvSpPr>
        <p:spPr/>
        <p:txBody>
          <a:bodyPr/>
          <a:lstStyle/>
          <a:p>
            <a:fld id="{4093CC90-4002-504C-BD88-C9A1D374048E}" type="slidenum">
              <a:rPr lang="zh-CN" altLang="en-US" smtClean="0"/>
              <a:pPr/>
              <a:t>30</a:t>
            </a:fld>
            <a:endParaRPr lang="zh-CN" altLang="en-US" dirty="0"/>
          </a:p>
        </p:txBody>
      </p:sp>
    </p:spTree>
    <p:extLst>
      <p:ext uri="{BB962C8B-B14F-4D97-AF65-F5344CB8AC3E}">
        <p14:creationId xmlns:p14="http://schemas.microsoft.com/office/powerpoint/2010/main" val="341467949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模块结构</a:t>
            </a:r>
          </a:p>
        </p:txBody>
      </p:sp>
      <p:sp>
        <p:nvSpPr>
          <p:cNvPr id="3" name="内容占位符 2"/>
          <p:cNvSpPr>
            <a:spLocks noGrp="1"/>
          </p:cNvSpPr>
          <p:nvPr>
            <p:ph idx="1"/>
          </p:nvPr>
        </p:nvSpPr>
        <p:spPr/>
        <p:txBody>
          <a:bodyPr/>
          <a:lstStyle/>
          <a:p>
            <a:r>
              <a:rPr lang="zh-CN" altLang="en-US" dirty="0"/>
              <a:t>模块结构将操作系统内核</a:t>
            </a:r>
            <a:r>
              <a:rPr lang="zh-CN" altLang="en-US" dirty="0">
                <a:solidFill>
                  <a:srgbClr val="FF0000"/>
                </a:solidFill>
              </a:rPr>
              <a:t>按照功能</a:t>
            </a:r>
            <a:r>
              <a:rPr lang="zh-CN" altLang="en-US" dirty="0"/>
              <a:t>划分为一个个独立的模块，模块之间相对独立，只能通过事先规定好的接口方式来</a:t>
            </a:r>
            <a:r>
              <a:rPr lang="zh-CN" altLang="en-US" dirty="0" smtClean="0"/>
              <a:t>调用</a:t>
            </a:r>
            <a:endParaRPr lang="en-US" altLang="zh-CN" dirty="0" smtClean="0"/>
          </a:p>
          <a:p>
            <a:r>
              <a:rPr lang="zh-CN" altLang="en-US" dirty="0" smtClean="0"/>
              <a:t>特点</a:t>
            </a:r>
            <a:endParaRPr lang="en-US" altLang="zh-CN" dirty="0" smtClean="0"/>
          </a:p>
          <a:p>
            <a:pPr lvl="1"/>
            <a:r>
              <a:rPr lang="zh-CN" altLang="en-US" dirty="0"/>
              <a:t>效率</a:t>
            </a:r>
            <a:r>
              <a:rPr lang="zh-CN" altLang="en-US" dirty="0" smtClean="0"/>
              <a:t>高</a:t>
            </a:r>
            <a:endParaRPr lang="zh-CN" altLang="en-US" dirty="0"/>
          </a:p>
          <a:p>
            <a:pPr lvl="1"/>
            <a:r>
              <a:rPr lang="zh-CN" altLang="en-US" dirty="0"/>
              <a:t>但全局函数使用多造成访问控制</a:t>
            </a:r>
            <a:r>
              <a:rPr lang="zh-CN" altLang="en-US" dirty="0" smtClean="0"/>
              <a:t>困难</a:t>
            </a:r>
            <a:endParaRPr lang="zh-CN" altLang="en-US" dirty="0"/>
          </a:p>
          <a:p>
            <a:pPr lvl="1"/>
            <a:r>
              <a:rPr lang="zh-CN" altLang="en-US" dirty="0"/>
              <a:t>结构不清晰，可理解性、可维护性及可移植性</a:t>
            </a:r>
            <a:r>
              <a:rPr lang="zh-CN" altLang="en-US" dirty="0" smtClean="0"/>
              <a:t>差</a:t>
            </a:r>
            <a:endParaRPr lang="zh-CN" altLang="en-US" dirty="0"/>
          </a:p>
        </p:txBody>
      </p:sp>
      <p:sp>
        <p:nvSpPr>
          <p:cNvPr id="4" name="灯片编号占位符 3"/>
          <p:cNvSpPr>
            <a:spLocks noGrp="1"/>
          </p:cNvSpPr>
          <p:nvPr>
            <p:ph type="sldNum" sz="quarter" idx="12"/>
          </p:nvPr>
        </p:nvSpPr>
        <p:spPr/>
        <p:txBody>
          <a:bodyPr/>
          <a:lstStyle/>
          <a:p>
            <a:fld id="{4093CC90-4002-504C-BD88-C9A1D374048E}" type="slidenum">
              <a:rPr lang="zh-CN" altLang="en-US" smtClean="0"/>
              <a:pPr/>
              <a:t>31</a:t>
            </a:fld>
            <a:endParaRPr lang="zh-CN" altLang="en-US" dirty="0"/>
          </a:p>
        </p:txBody>
      </p:sp>
    </p:spTree>
    <p:extLst>
      <p:ext uri="{BB962C8B-B14F-4D97-AF65-F5344CB8AC3E}">
        <p14:creationId xmlns:p14="http://schemas.microsoft.com/office/powerpoint/2010/main" val="336087673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可加载的</a:t>
            </a:r>
            <a:r>
              <a:rPr lang="en-US" altLang="zh-CN" dirty="0"/>
              <a:t>Solaris</a:t>
            </a:r>
            <a:r>
              <a:rPr lang="zh-CN" altLang="en-US" dirty="0"/>
              <a:t>模块</a:t>
            </a:r>
          </a:p>
        </p:txBody>
      </p:sp>
      <p:sp>
        <p:nvSpPr>
          <p:cNvPr id="3" name="内容占位符 2"/>
          <p:cNvSpPr>
            <a:spLocks noGrp="1"/>
          </p:cNvSpPr>
          <p:nvPr>
            <p:ph idx="1"/>
          </p:nvPr>
        </p:nvSpPr>
        <p:spPr/>
        <p:txBody>
          <a:bodyPr/>
          <a:lstStyle/>
          <a:p>
            <a:r>
              <a:rPr lang="en-US" altLang="zh-CN" dirty="0" smtClean="0"/>
              <a:t>Solaris</a:t>
            </a:r>
            <a:r>
              <a:rPr lang="zh-CN" altLang="en-US" dirty="0"/>
              <a:t>组织成</a:t>
            </a:r>
            <a:r>
              <a:rPr lang="en-US" altLang="zh-CN" dirty="0"/>
              <a:t>7</a:t>
            </a:r>
            <a:r>
              <a:rPr lang="zh-CN" altLang="en-US" dirty="0"/>
              <a:t>个可加载的内核模块及一个核心内核</a:t>
            </a:r>
          </a:p>
          <a:p>
            <a:pPr lvl="1"/>
            <a:r>
              <a:rPr lang="zh-CN" altLang="en-US" dirty="0"/>
              <a:t>调度类</a:t>
            </a:r>
          </a:p>
          <a:p>
            <a:pPr lvl="1"/>
            <a:r>
              <a:rPr lang="zh-CN" altLang="en-US" dirty="0"/>
              <a:t>文件系统</a:t>
            </a:r>
          </a:p>
          <a:p>
            <a:pPr lvl="1"/>
            <a:r>
              <a:rPr lang="zh-CN" altLang="en-US" dirty="0" smtClean="0"/>
              <a:t>可</a:t>
            </a:r>
            <a:r>
              <a:rPr lang="zh-CN" altLang="en-US" dirty="0"/>
              <a:t>执行格式</a:t>
            </a:r>
          </a:p>
          <a:p>
            <a:pPr lvl="1"/>
            <a:r>
              <a:rPr lang="zh-CN" altLang="en-US" dirty="0" smtClean="0"/>
              <a:t>杂项模块</a:t>
            </a:r>
          </a:p>
          <a:p>
            <a:pPr lvl="1"/>
            <a:r>
              <a:rPr lang="en-US" altLang="zh-CN" dirty="0" smtClean="0"/>
              <a:t>STREAMS</a:t>
            </a:r>
            <a:r>
              <a:rPr lang="zh-CN" altLang="en-US" dirty="0" smtClean="0"/>
              <a:t>模块</a:t>
            </a:r>
          </a:p>
          <a:p>
            <a:pPr lvl="1"/>
            <a:r>
              <a:rPr lang="zh-CN" altLang="en-US" dirty="0" smtClean="0"/>
              <a:t>可加载的系统调用</a:t>
            </a:r>
          </a:p>
          <a:p>
            <a:pPr lvl="1"/>
            <a:r>
              <a:rPr lang="zh-CN" altLang="en-US" dirty="0" smtClean="0"/>
              <a:t>设备</a:t>
            </a:r>
            <a:r>
              <a:rPr lang="zh-CN" altLang="en-US" dirty="0"/>
              <a:t>和总线驱动</a:t>
            </a:r>
          </a:p>
        </p:txBody>
      </p:sp>
      <p:sp>
        <p:nvSpPr>
          <p:cNvPr id="4" name="灯片编号占位符 3"/>
          <p:cNvSpPr>
            <a:spLocks noGrp="1"/>
          </p:cNvSpPr>
          <p:nvPr>
            <p:ph type="sldNum" sz="quarter" idx="12"/>
          </p:nvPr>
        </p:nvSpPr>
        <p:spPr/>
        <p:txBody>
          <a:bodyPr/>
          <a:lstStyle/>
          <a:p>
            <a:fld id="{4093CC90-4002-504C-BD88-C9A1D374048E}" type="slidenum">
              <a:rPr lang="zh-CN" altLang="en-US" smtClean="0"/>
              <a:pPr/>
              <a:t>32</a:t>
            </a:fld>
            <a:endParaRPr lang="zh-CN" altLang="en-US" dirty="0"/>
          </a:p>
        </p:txBody>
      </p:sp>
      <p:pic>
        <p:nvPicPr>
          <p:cNvPr id="5" name="Picture 19"/>
          <p:cNvPicPr>
            <a:picLocks noChangeAspect="1" noChangeArrowheads="1"/>
          </p:cNvPicPr>
          <p:nvPr/>
        </p:nvPicPr>
        <p:blipFill>
          <a:blip r:embed="rId2">
            <a:extLst>
              <a:ext uri="{28A0092B-C50C-407E-A947-70E740481C1C}">
                <a14:useLocalDpi xmlns:a14="http://schemas.microsoft.com/office/drawing/2010/main" val="0"/>
              </a:ext>
            </a:extLst>
          </a:blip>
          <a:srcRect l="528" t="18747" r="351" b="19215"/>
          <a:stretch>
            <a:fillRect/>
          </a:stretch>
        </p:blipFill>
        <p:spPr bwMode="auto">
          <a:xfrm>
            <a:off x="3593121" y="2046001"/>
            <a:ext cx="4833329" cy="2268819"/>
          </a:xfrm>
          <a:prstGeom prst="rect">
            <a:avLst/>
          </a:prstGeom>
          <a:noFill/>
          <a:ln w="38100" cmpd="dbl">
            <a:solidFill>
              <a:srgbClr val="CC6600"/>
            </a:solidFill>
            <a:miter lim="800000"/>
            <a:headEnd/>
            <a:tailEnd/>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5479451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现实的选择</a:t>
            </a:r>
            <a:endParaRPr lang="zh-CN" altLang="en-US" dirty="0"/>
          </a:p>
        </p:txBody>
      </p:sp>
      <p:sp>
        <p:nvSpPr>
          <p:cNvPr id="3" name="内容占位符 2"/>
          <p:cNvSpPr>
            <a:spLocks noGrp="1"/>
          </p:cNvSpPr>
          <p:nvPr>
            <p:ph idx="1"/>
          </p:nvPr>
        </p:nvSpPr>
        <p:spPr/>
        <p:txBody>
          <a:bodyPr/>
          <a:lstStyle/>
          <a:p>
            <a:r>
              <a:rPr lang="zh-CN" altLang="en-US" dirty="0" smtClean="0"/>
              <a:t>有</a:t>
            </a:r>
            <a:r>
              <a:rPr lang="zh-CN" altLang="en-US" dirty="0"/>
              <a:t>总体的</a:t>
            </a:r>
            <a:r>
              <a:rPr lang="zh-CN" altLang="en-US" dirty="0" smtClean="0"/>
              <a:t>分层</a:t>
            </a:r>
            <a:endParaRPr lang="en-US" altLang="zh-CN" dirty="0" smtClean="0"/>
          </a:p>
          <a:p>
            <a:pPr lvl="1"/>
            <a:r>
              <a:rPr lang="zh-CN" altLang="en-US" dirty="0" smtClean="0"/>
              <a:t>应用程序</a:t>
            </a:r>
            <a:r>
              <a:rPr lang="zh-CN" altLang="en-US" dirty="0"/>
              <a:t>、</a:t>
            </a:r>
            <a:r>
              <a:rPr lang="en-US" altLang="zh-CN" dirty="0"/>
              <a:t>API</a:t>
            </a:r>
            <a:r>
              <a:rPr lang="zh-CN" altLang="en-US" dirty="0"/>
              <a:t>、内核、驱动、硬件</a:t>
            </a:r>
          </a:p>
          <a:p>
            <a:r>
              <a:rPr lang="zh-CN" altLang="en-US" dirty="0"/>
              <a:t>内核按功能纵向划分为若干</a:t>
            </a:r>
            <a:r>
              <a:rPr lang="zh-CN" altLang="en-US" dirty="0" smtClean="0"/>
              <a:t>模块</a:t>
            </a:r>
            <a:endParaRPr lang="en-US" altLang="zh-CN" dirty="0" smtClean="0"/>
          </a:p>
          <a:p>
            <a:pPr lvl="1"/>
            <a:r>
              <a:rPr lang="zh-CN" altLang="en-US" dirty="0" smtClean="0"/>
              <a:t>进程</a:t>
            </a:r>
            <a:r>
              <a:rPr lang="zh-CN" altLang="en-US" dirty="0"/>
              <a:t>、内存、文件、</a:t>
            </a:r>
            <a:r>
              <a:rPr lang="en-US" altLang="zh-CN" dirty="0" smtClean="0"/>
              <a:t>IO</a:t>
            </a:r>
          </a:p>
          <a:p>
            <a:pPr lvl="1"/>
            <a:r>
              <a:rPr lang="zh-CN" altLang="en-US" dirty="0" smtClean="0"/>
              <a:t>相互</a:t>
            </a:r>
            <a:r>
              <a:rPr lang="zh-CN" altLang="en-US" dirty="0"/>
              <a:t>依赖、调用</a:t>
            </a:r>
          </a:p>
          <a:p>
            <a:r>
              <a:rPr lang="zh-CN" altLang="en-US" dirty="0"/>
              <a:t>每个功能</a:t>
            </a:r>
            <a:r>
              <a:rPr lang="zh-CN" altLang="en-US" dirty="0" smtClean="0"/>
              <a:t>模块内部根据需要进一步分层</a:t>
            </a:r>
            <a:endParaRPr lang="en-US" altLang="zh-CN" dirty="0" smtClean="0"/>
          </a:p>
        </p:txBody>
      </p:sp>
      <p:sp>
        <p:nvSpPr>
          <p:cNvPr id="4" name="灯片编号占位符 3"/>
          <p:cNvSpPr>
            <a:spLocks noGrp="1"/>
          </p:cNvSpPr>
          <p:nvPr>
            <p:ph type="sldNum" sz="quarter" idx="12"/>
          </p:nvPr>
        </p:nvSpPr>
        <p:spPr/>
        <p:txBody>
          <a:bodyPr/>
          <a:lstStyle/>
          <a:p>
            <a:fld id="{4093CC90-4002-504C-BD88-C9A1D374048E}" type="slidenum">
              <a:rPr lang="zh-CN" altLang="en-US" smtClean="0"/>
              <a:pPr/>
              <a:t>33</a:t>
            </a:fld>
            <a:endParaRPr lang="zh-CN" altLang="en-US" dirty="0"/>
          </a:p>
        </p:txBody>
      </p:sp>
      <p:sp>
        <p:nvSpPr>
          <p:cNvPr id="55" name="文本框 54"/>
          <p:cNvSpPr txBox="1"/>
          <p:nvPr/>
        </p:nvSpPr>
        <p:spPr>
          <a:xfrm>
            <a:off x="3124200" y="5903804"/>
            <a:ext cx="1971674" cy="369332"/>
          </a:xfrm>
          <a:prstGeom prst="rect">
            <a:avLst/>
          </a:prstGeom>
          <a:noFill/>
          <a:ln>
            <a:solidFill>
              <a:schemeClr val="tx1"/>
            </a:solidFill>
          </a:ln>
        </p:spPr>
        <p:txBody>
          <a:bodyPr wrap="square" rtlCol="0">
            <a:spAutoFit/>
          </a:bodyPr>
          <a:lstStyle/>
          <a:p>
            <a:pPr algn="ctr"/>
            <a:r>
              <a:rPr lang="zh-CN" altLang="en-US" dirty="0" smtClean="0"/>
              <a:t>主控芯片驱动</a:t>
            </a:r>
            <a:endParaRPr lang="zh-CN" altLang="en-US" dirty="0"/>
          </a:p>
        </p:txBody>
      </p:sp>
      <p:sp>
        <p:nvSpPr>
          <p:cNvPr id="56" name="文本框 55"/>
          <p:cNvSpPr txBox="1"/>
          <p:nvPr/>
        </p:nvSpPr>
        <p:spPr>
          <a:xfrm>
            <a:off x="3124199" y="5534472"/>
            <a:ext cx="1971675" cy="369332"/>
          </a:xfrm>
          <a:prstGeom prst="rect">
            <a:avLst/>
          </a:prstGeom>
          <a:noFill/>
          <a:ln>
            <a:solidFill>
              <a:schemeClr val="tx1"/>
            </a:solidFill>
          </a:ln>
        </p:spPr>
        <p:txBody>
          <a:bodyPr wrap="square" rtlCol="0">
            <a:spAutoFit/>
          </a:bodyPr>
          <a:lstStyle/>
          <a:p>
            <a:pPr algn="ctr"/>
            <a:r>
              <a:rPr lang="en-US" altLang="zh-CN" dirty="0" smtClean="0"/>
              <a:t>USB</a:t>
            </a:r>
            <a:r>
              <a:rPr lang="zh-CN" altLang="en-US" dirty="0" smtClean="0"/>
              <a:t>管理</a:t>
            </a:r>
            <a:endParaRPr lang="zh-CN" altLang="en-US" dirty="0"/>
          </a:p>
        </p:txBody>
      </p:sp>
      <p:sp>
        <p:nvSpPr>
          <p:cNvPr id="57" name="文本框 56"/>
          <p:cNvSpPr txBox="1"/>
          <p:nvPr/>
        </p:nvSpPr>
        <p:spPr>
          <a:xfrm>
            <a:off x="3124200" y="4888141"/>
            <a:ext cx="657225" cy="646331"/>
          </a:xfrm>
          <a:prstGeom prst="rect">
            <a:avLst/>
          </a:prstGeom>
          <a:solidFill>
            <a:schemeClr val="accent1">
              <a:lumMod val="20000"/>
              <a:lumOff val="80000"/>
            </a:schemeClr>
          </a:solidFill>
          <a:ln>
            <a:solidFill>
              <a:schemeClr val="tx1"/>
            </a:solidFill>
          </a:ln>
        </p:spPr>
        <p:txBody>
          <a:bodyPr wrap="square" rtlCol="0">
            <a:spAutoFit/>
          </a:bodyPr>
          <a:lstStyle/>
          <a:p>
            <a:pPr algn="ctr"/>
            <a:r>
              <a:rPr lang="en-US" altLang="zh-CN" dirty="0" smtClean="0"/>
              <a:t>U</a:t>
            </a:r>
            <a:r>
              <a:rPr lang="zh-CN" altLang="en-US" dirty="0" smtClean="0"/>
              <a:t>盘驱动</a:t>
            </a:r>
            <a:endParaRPr lang="zh-CN" altLang="en-US" dirty="0"/>
          </a:p>
        </p:txBody>
      </p:sp>
      <p:sp>
        <p:nvSpPr>
          <p:cNvPr id="58" name="文本框 57"/>
          <p:cNvSpPr txBox="1"/>
          <p:nvPr/>
        </p:nvSpPr>
        <p:spPr>
          <a:xfrm>
            <a:off x="3781425" y="4888141"/>
            <a:ext cx="657225" cy="646331"/>
          </a:xfrm>
          <a:prstGeom prst="rect">
            <a:avLst/>
          </a:prstGeom>
          <a:solidFill>
            <a:schemeClr val="accent2">
              <a:lumMod val="20000"/>
              <a:lumOff val="80000"/>
            </a:schemeClr>
          </a:solidFill>
          <a:ln>
            <a:solidFill>
              <a:schemeClr val="tx1"/>
            </a:solidFill>
          </a:ln>
        </p:spPr>
        <p:txBody>
          <a:bodyPr wrap="square" rtlCol="0">
            <a:spAutoFit/>
          </a:bodyPr>
          <a:lstStyle/>
          <a:p>
            <a:pPr algn="ctr"/>
            <a:r>
              <a:rPr lang="zh-CN" altLang="en-US" dirty="0" smtClean="0"/>
              <a:t>鼠标驱动</a:t>
            </a:r>
            <a:endParaRPr lang="zh-CN" altLang="en-US" dirty="0"/>
          </a:p>
        </p:txBody>
      </p:sp>
      <p:sp>
        <p:nvSpPr>
          <p:cNvPr id="59" name="文本框 58"/>
          <p:cNvSpPr txBox="1"/>
          <p:nvPr/>
        </p:nvSpPr>
        <p:spPr>
          <a:xfrm>
            <a:off x="4438650" y="4888141"/>
            <a:ext cx="657225" cy="646331"/>
          </a:xfrm>
          <a:prstGeom prst="rect">
            <a:avLst/>
          </a:prstGeom>
          <a:solidFill>
            <a:srgbClr val="FFCCFF"/>
          </a:solidFill>
          <a:ln>
            <a:solidFill>
              <a:schemeClr val="tx1"/>
            </a:solidFill>
          </a:ln>
        </p:spPr>
        <p:txBody>
          <a:bodyPr wrap="square" rtlCol="0">
            <a:spAutoFit/>
          </a:bodyPr>
          <a:lstStyle/>
          <a:p>
            <a:pPr algn="ctr"/>
            <a:r>
              <a:rPr lang="zh-CN" altLang="en-US" dirty="0" smtClean="0"/>
              <a:t>网卡驱动</a:t>
            </a:r>
            <a:endParaRPr lang="zh-CN" altLang="en-US" dirty="0"/>
          </a:p>
        </p:txBody>
      </p:sp>
      <p:sp>
        <p:nvSpPr>
          <p:cNvPr id="60" name="矩形 59"/>
          <p:cNvSpPr/>
          <p:nvPr/>
        </p:nvSpPr>
        <p:spPr bwMode="auto">
          <a:xfrm>
            <a:off x="5210174" y="4888141"/>
            <a:ext cx="819150" cy="1384995"/>
          </a:xfrm>
          <a:prstGeom prst="rect">
            <a:avLst/>
          </a:prstGeom>
          <a:solidFill>
            <a:schemeClr val="accent2">
              <a:lumMod val="20000"/>
              <a:lumOff val="80000"/>
            </a:schemeClr>
          </a:solidFill>
          <a:ln w="9525" cap="flat" cmpd="sng" algn="ctr">
            <a:solidFill>
              <a:schemeClr val="tx1"/>
            </a:solidFill>
            <a:prstDash val="solid"/>
            <a:round/>
            <a:headEnd type="none" w="med" len="med"/>
            <a:tailEnd type="none" w="med" len="med"/>
          </a:ln>
        </p:spPr>
        <p:txBody>
          <a:bodyPr vert="horz" wrap="square" lIns="91440" tIns="45720" rIns="91440" bIns="45720" numCol="1" rtlCol="0" anchor="ctr" anchorCtr="0" compatLnSpc="1"/>
          <a:lstStyle/>
          <a:p>
            <a:pPr marR="0" algn="ctr" defTabSz="914400" rtl="0" eaLnBrk="1" fontAlgn="base" latinLnBrk="0" hangingPunct="1">
              <a:lnSpc>
                <a:spcPct val="90000"/>
              </a:lnSpc>
              <a:spcBef>
                <a:spcPct val="20000"/>
              </a:spcBef>
              <a:spcAft>
                <a:spcPct val="0"/>
              </a:spcAft>
              <a:buClr>
                <a:schemeClr val="folHlink"/>
              </a:buClr>
              <a:buSzPct val="60000"/>
            </a:pPr>
            <a:r>
              <a:rPr kumimoji="1" lang="zh-CN" altLang="en-US" dirty="0" smtClean="0">
                <a:latin typeface="Tahoma" panose="020B0604030504040204" pitchFamily="34" charset="0"/>
                <a:ea typeface="宋体" panose="02010600030101010101" pitchFamily="2" charset="-122"/>
              </a:rPr>
              <a:t>图形界面</a:t>
            </a:r>
            <a:endParaRPr kumimoji="1" lang="zh-CN" altLang="en-US" sz="2800" b="0" i="0" u="none" strike="noStrike" cap="none" normalizeH="0" baseline="0" dirty="0" smtClean="0">
              <a:ln>
                <a:noFill/>
              </a:ln>
              <a:solidFill>
                <a:schemeClr val="tx1"/>
              </a:solidFill>
              <a:effectLst/>
              <a:latin typeface="Tahoma" panose="020B0604030504040204" pitchFamily="34" charset="0"/>
              <a:ea typeface="宋体" panose="02010600030101010101" pitchFamily="2" charset="-122"/>
            </a:endParaRPr>
          </a:p>
        </p:txBody>
      </p:sp>
      <p:sp>
        <p:nvSpPr>
          <p:cNvPr id="61" name="矩形 60"/>
          <p:cNvSpPr/>
          <p:nvPr/>
        </p:nvSpPr>
        <p:spPr bwMode="auto">
          <a:xfrm>
            <a:off x="6143623" y="4888141"/>
            <a:ext cx="819150" cy="1384995"/>
          </a:xfrm>
          <a:prstGeom prst="rect">
            <a:avLst/>
          </a:prstGeom>
          <a:solidFill>
            <a:srgbClr val="FFCCFF"/>
          </a:solidFill>
          <a:ln w="9525" cap="flat" cmpd="sng" algn="ctr">
            <a:solidFill>
              <a:schemeClr val="tx1"/>
            </a:solidFill>
            <a:prstDash val="solid"/>
            <a:round/>
            <a:headEnd type="none" w="med" len="med"/>
            <a:tailEnd type="none" w="med" len="med"/>
          </a:ln>
        </p:spPr>
        <p:txBody>
          <a:bodyPr vert="horz" wrap="square" lIns="91440" tIns="45720" rIns="91440" bIns="45720" numCol="1" rtlCol="0" anchor="ctr" anchorCtr="0" compatLnSpc="1"/>
          <a:lstStyle/>
          <a:p>
            <a:pPr marR="0" algn="ctr" defTabSz="914400" rtl="0" eaLnBrk="1" fontAlgn="base" latinLnBrk="0" hangingPunct="1">
              <a:lnSpc>
                <a:spcPct val="90000"/>
              </a:lnSpc>
              <a:spcBef>
                <a:spcPct val="20000"/>
              </a:spcBef>
              <a:spcAft>
                <a:spcPct val="0"/>
              </a:spcAft>
              <a:buClr>
                <a:schemeClr val="folHlink"/>
              </a:buClr>
              <a:buSzPct val="60000"/>
            </a:pPr>
            <a:r>
              <a:rPr kumimoji="1" lang="zh-CN" altLang="en-US" b="0" i="0" u="none" strike="noStrike" cap="none" normalizeH="0" baseline="0" dirty="0" smtClean="0">
                <a:ln>
                  <a:noFill/>
                </a:ln>
                <a:solidFill>
                  <a:schemeClr val="tx1"/>
                </a:solidFill>
                <a:effectLst/>
                <a:latin typeface="Tahoma" panose="020B0604030504040204" pitchFamily="34" charset="0"/>
                <a:ea typeface="宋体" panose="02010600030101010101" pitchFamily="2" charset="-122"/>
              </a:rPr>
              <a:t>网络系统</a:t>
            </a:r>
            <a:endParaRPr kumimoji="1" lang="zh-CN" altLang="en-US" sz="2800" b="0" i="0" u="none" strike="noStrike" cap="none" normalizeH="0" baseline="0" dirty="0" smtClean="0">
              <a:ln>
                <a:noFill/>
              </a:ln>
              <a:solidFill>
                <a:schemeClr val="tx1"/>
              </a:solidFill>
              <a:effectLst/>
              <a:latin typeface="Tahoma" panose="020B0604030504040204" pitchFamily="34" charset="0"/>
              <a:ea typeface="宋体" panose="02010600030101010101" pitchFamily="2" charset="-122"/>
            </a:endParaRPr>
          </a:p>
        </p:txBody>
      </p:sp>
      <p:sp>
        <p:nvSpPr>
          <p:cNvPr id="62" name="矩形 61"/>
          <p:cNvSpPr/>
          <p:nvPr/>
        </p:nvSpPr>
        <p:spPr bwMode="auto">
          <a:xfrm>
            <a:off x="2190749" y="4888141"/>
            <a:ext cx="819150" cy="1384995"/>
          </a:xfrm>
          <a:prstGeom prst="rect">
            <a:avLst/>
          </a:prstGeom>
          <a:solidFill>
            <a:schemeClr val="accent1">
              <a:lumMod val="20000"/>
              <a:lumOff val="80000"/>
            </a:schemeClr>
          </a:solidFill>
          <a:ln w="9525" cap="flat" cmpd="sng" algn="ctr">
            <a:solidFill>
              <a:schemeClr val="tx1"/>
            </a:solidFill>
            <a:prstDash val="solid"/>
            <a:round/>
            <a:headEnd type="none" w="med" len="med"/>
            <a:tailEnd type="none" w="med" len="med"/>
          </a:ln>
        </p:spPr>
        <p:txBody>
          <a:bodyPr vert="horz" wrap="square" lIns="91440" tIns="45720" rIns="91440" bIns="45720" numCol="1" rtlCol="0" anchor="ctr" anchorCtr="0" compatLnSpc="1"/>
          <a:lstStyle/>
          <a:p>
            <a:pPr marR="0" algn="ctr" defTabSz="914400" rtl="0" eaLnBrk="1" fontAlgn="base" latinLnBrk="0" hangingPunct="1">
              <a:lnSpc>
                <a:spcPct val="90000"/>
              </a:lnSpc>
              <a:spcBef>
                <a:spcPct val="20000"/>
              </a:spcBef>
              <a:spcAft>
                <a:spcPct val="0"/>
              </a:spcAft>
              <a:buClr>
                <a:schemeClr val="folHlink"/>
              </a:buClr>
              <a:buSzPct val="60000"/>
            </a:pPr>
            <a:r>
              <a:rPr kumimoji="1" lang="zh-CN" altLang="en-US" b="0" i="0" u="none" strike="noStrike" cap="none" normalizeH="0" baseline="0" dirty="0" smtClean="0">
                <a:ln>
                  <a:noFill/>
                </a:ln>
                <a:solidFill>
                  <a:schemeClr val="tx1"/>
                </a:solidFill>
                <a:effectLst/>
                <a:latin typeface="Tahoma" panose="020B0604030504040204" pitchFamily="34" charset="0"/>
                <a:ea typeface="宋体" panose="02010600030101010101" pitchFamily="2" charset="-122"/>
              </a:rPr>
              <a:t>文件系统</a:t>
            </a:r>
            <a:endParaRPr kumimoji="1" lang="zh-CN" altLang="en-US" sz="2800" b="0" i="0" u="none" strike="noStrike" cap="none" normalizeH="0" baseline="0" dirty="0" smtClean="0">
              <a:ln>
                <a:noFill/>
              </a:ln>
              <a:solidFill>
                <a:schemeClr val="tx1"/>
              </a:solidFill>
              <a:effectLst/>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335090663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现实的选择</a:t>
            </a:r>
          </a:p>
        </p:txBody>
      </p:sp>
      <p:sp>
        <p:nvSpPr>
          <p:cNvPr id="4" name="灯片编号占位符 3"/>
          <p:cNvSpPr>
            <a:spLocks noGrp="1"/>
          </p:cNvSpPr>
          <p:nvPr>
            <p:ph type="sldNum" sz="quarter" idx="12"/>
          </p:nvPr>
        </p:nvSpPr>
        <p:spPr/>
        <p:txBody>
          <a:bodyPr/>
          <a:lstStyle/>
          <a:p>
            <a:fld id="{4093CC90-4002-504C-BD88-C9A1D374048E}" type="slidenum">
              <a:rPr lang="zh-CN" altLang="en-US" smtClean="0"/>
              <a:pPr/>
              <a:t>34</a:t>
            </a:fld>
            <a:endParaRPr lang="zh-CN" altLang="en-US" dirty="0"/>
          </a:p>
        </p:txBody>
      </p:sp>
      <p:pic>
        <p:nvPicPr>
          <p:cNvPr id="6" name="图片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962626" y="1116640"/>
            <a:ext cx="5269442" cy="5684210"/>
          </a:xfrm>
          <a:prstGeom prst="rect">
            <a:avLst/>
          </a:prstGeom>
        </p:spPr>
      </p:pic>
    </p:spTree>
    <p:extLst>
      <p:ext uri="{BB962C8B-B14F-4D97-AF65-F5344CB8AC3E}">
        <p14:creationId xmlns:p14="http://schemas.microsoft.com/office/powerpoint/2010/main" val="176055252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微内核</a:t>
            </a:r>
          </a:p>
        </p:txBody>
      </p:sp>
      <p:sp>
        <p:nvSpPr>
          <p:cNvPr id="3" name="内容占位符 2"/>
          <p:cNvSpPr>
            <a:spLocks noGrp="1"/>
          </p:cNvSpPr>
          <p:nvPr>
            <p:ph idx="1"/>
          </p:nvPr>
        </p:nvSpPr>
        <p:spPr/>
        <p:txBody>
          <a:bodyPr/>
          <a:lstStyle/>
          <a:p>
            <a:r>
              <a:rPr lang="zh-CN" altLang="en-US" dirty="0"/>
              <a:t>基本思想：执行与决策分离，缩小内核规模</a:t>
            </a:r>
          </a:p>
          <a:p>
            <a:pPr lvl="1"/>
            <a:r>
              <a:rPr lang="zh-CN" altLang="en-US" dirty="0" smtClean="0"/>
              <a:t>将</a:t>
            </a:r>
            <a:r>
              <a:rPr lang="zh-CN" altLang="en-US" dirty="0"/>
              <a:t>所有非基本部分从内核中移走，并将它们实现为系统程序或用户</a:t>
            </a:r>
            <a:r>
              <a:rPr lang="zh-CN" altLang="en-US" dirty="0" smtClean="0"/>
              <a:t>程序</a:t>
            </a:r>
            <a:endParaRPr lang="zh-CN" altLang="en-US" dirty="0"/>
          </a:p>
          <a:p>
            <a:pPr lvl="1"/>
            <a:r>
              <a:rPr lang="zh-CN" altLang="en-US" dirty="0"/>
              <a:t>微</a:t>
            </a:r>
            <a:r>
              <a:rPr lang="zh-CN" altLang="en-US" dirty="0" smtClean="0"/>
              <a:t>内核包括</a:t>
            </a:r>
            <a:r>
              <a:rPr lang="zh-CN" altLang="en-US" dirty="0">
                <a:solidFill>
                  <a:srgbClr val="FF0000"/>
                </a:solidFill>
              </a:rPr>
              <a:t>最小的进程和内存</a:t>
            </a:r>
            <a:r>
              <a:rPr lang="zh-CN" altLang="en-US" dirty="0" smtClean="0">
                <a:solidFill>
                  <a:srgbClr val="FF0000"/>
                </a:solidFill>
              </a:rPr>
              <a:t>管理</a:t>
            </a:r>
            <a:r>
              <a:rPr lang="zh-CN" altLang="en-US" dirty="0" smtClean="0"/>
              <a:t>及</a:t>
            </a:r>
            <a:r>
              <a:rPr lang="zh-CN" altLang="en-US" dirty="0">
                <a:solidFill>
                  <a:srgbClr val="FF0000"/>
                </a:solidFill>
              </a:rPr>
              <a:t>通信</a:t>
            </a:r>
            <a:r>
              <a:rPr lang="zh-CN" altLang="en-US" dirty="0" smtClean="0"/>
              <a:t>功能</a:t>
            </a:r>
            <a:endParaRPr lang="zh-CN" altLang="en-US" dirty="0"/>
          </a:p>
        </p:txBody>
      </p:sp>
      <p:sp>
        <p:nvSpPr>
          <p:cNvPr id="4" name="灯片编号占位符 3"/>
          <p:cNvSpPr>
            <a:spLocks noGrp="1"/>
          </p:cNvSpPr>
          <p:nvPr>
            <p:ph type="sldNum" sz="quarter" idx="12"/>
          </p:nvPr>
        </p:nvSpPr>
        <p:spPr/>
        <p:txBody>
          <a:bodyPr/>
          <a:lstStyle/>
          <a:p>
            <a:fld id="{4093CC90-4002-504C-BD88-C9A1D374048E}" type="slidenum">
              <a:rPr lang="zh-CN" altLang="en-US" smtClean="0"/>
              <a:pPr/>
              <a:t>35</a:t>
            </a:fld>
            <a:endParaRPr lang="zh-CN" altLang="en-US" dirty="0"/>
          </a:p>
        </p:txBody>
      </p:sp>
      <p:pic>
        <p:nvPicPr>
          <p:cNvPr id="24" name="图片 23"/>
          <p:cNvPicPr>
            <a:picLocks noChangeAspect="1"/>
          </p:cNvPicPr>
          <p:nvPr/>
        </p:nvPicPr>
        <p:blipFill>
          <a:blip r:embed="rId2"/>
          <a:stretch>
            <a:fillRect/>
          </a:stretch>
        </p:blipFill>
        <p:spPr>
          <a:xfrm>
            <a:off x="1532731" y="3437717"/>
            <a:ext cx="6577013" cy="3205163"/>
          </a:xfrm>
          <a:prstGeom prst="rect">
            <a:avLst/>
          </a:prstGeom>
        </p:spPr>
      </p:pic>
      <p:sp>
        <p:nvSpPr>
          <p:cNvPr id="25" name="圆角矩形标注 24"/>
          <p:cNvSpPr/>
          <p:nvPr/>
        </p:nvSpPr>
        <p:spPr bwMode="auto">
          <a:xfrm>
            <a:off x="4181476" y="533401"/>
            <a:ext cx="3676650" cy="504825"/>
          </a:xfrm>
          <a:prstGeom prst="wedgeRoundRectCallout">
            <a:avLst>
              <a:gd name="adj1" fmla="val -31842"/>
              <a:gd name="adj2" fmla="val 98263"/>
              <a:gd name="adj3" fmla="val 16667"/>
            </a:avLst>
          </a:prstGeom>
          <a:solidFill>
            <a:schemeClr val="accent5"/>
          </a:solidFill>
          <a:ln w="9525" cap="flat" cmpd="sng" algn="ctr">
            <a:solidFill>
              <a:schemeClr val="tx1"/>
            </a:solidFill>
            <a:prstDash val="solid"/>
            <a:round/>
            <a:headEnd type="none" w="med" len="med"/>
            <a:tailEnd type="none" w="med" len="med"/>
          </a:ln>
        </p:spPr>
        <p:txBody>
          <a:bodyPr vert="horz" wrap="square" lIns="91440" tIns="45720" rIns="91440" bIns="45720" numCol="1" rtlCol="0" anchor="ctr" anchorCtr="0" compatLnSpc="1"/>
          <a:lstStyle/>
          <a:p>
            <a:pPr fontAlgn="base">
              <a:lnSpc>
                <a:spcPct val="90000"/>
              </a:lnSpc>
              <a:spcBef>
                <a:spcPct val="20000"/>
              </a:spcBef>
              <a:spcAft>
                <a:spcPct val="0"/>
              </a:spcAft>
              <a:buClr>
                <a:schemeClr val="folHlink"/>
              </a:buClr>
              <a:buSzPct val="60000"/>
            </a:pPr>
            <a:r>
              <a:rPr lang="zh-CN" altLang="en-US" sz="2000" dirty="0" smtClean="0"/>
              <a:t>执行和决策，谁留在内核中？</a:t>
            </a:r>
            <a:endParaRPr kumimoji="1" lang="zh-CN" altLang="en-US" sz="2000" b="0" i="0" u="none" strike="noStrike" cap="none" normalizeH="0" baseline="0" dirty="0" smtClean="0">
              <a:ln>
                <a:noFill/>
              </a:ln>
              <a:solidFill>
                <a:schemeClr val="tx1"/>
              </a:solidFill>
              <a:effectLst/>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123748511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xit" presetSubtype="0" fill="hold" grpId="1" nodeType="clickEffect">
                                  <p:stCondLst>
                                    <p:cond delay="0"/>
                                  </p:stCondLst>
                                  <p:childTnLst>
                                    <p:set>
                                      <p:cBhvr>
                                        <p:cTn id="10" dur="1" fill="hold">
                                          <p:stCondLst>
                                            <p:cond delay="0"/>
                                          </p:stCondLst>
                                        </p:cTn>
                                        <p:tgtEl>
                                          <p:spTgt spid="25"/>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animBg="1"/>
      <p:bldP spid="25" grpId="1" animBg="1"/>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微内核</a:t>
            </a:r>
          </a:p>
        </p:txBody>
      </p:sp>
      <p:sp>
        <p:nvSpPr>
          <p:cNvPr id="3" name="内容占位符 2"/>
          <p:cNvSpPr>
            <a:spLocks noGrp="1"/>
          </p:cNvSpPr>
          <p:nvPr>
            <p:ph idx="1"/>
          </p:nvPr>
        </p:nvSpPr>
        <p:spPr/>
        <p:txBody>
          <a:bodyPr/>
          <a:lstStyle/>
          <a:p>
            <a:r>
              <a:rPr lang="zh-CN" altLang="en-US" dirty="0"/>
              <a:t>优点</a:t>
            </a:r>
          </a:p>
          <a:p>
            <a:pPr lvl="1"/>
            <a:r>
              <a:rPr lang="zh-CN" altLang="en-US" dirty="0"/>
              <a:t>降低了开发</a:t>
            </a:r>
            <a:r>
              <a:rPr lang="zh-CN" altLang="en-US" dirty="0" smtClean="0"/>
              <a:t>难度，容易</a:t>
            </a:r>
            <a:r>
              <a:rPr lang="zh-CN" altLang="en-US" dirty="0"/>
              <a:t>扩充操作系统</a:t>
            </a:r>
          </a:p>
          <a:p>
            <a:pPr lvl="1"/>
            <a:r>
              <a:rPr lang="zh-CN" altLang="en-US" dirty="0"/>
              <a:t>容易从一种硬件平台移植到另一种硬件平台</a:t>
            </a:r>
          </a:p>
          <a:p>
            <a:pPr lvl="1"/>
            <a:r>
              <a:rPr lang="zh-CN" altLang="en-US" dirty="0"/>
              <a:t>更安全可靠</a:t>
            </a:r>
          </a:p>
          <a:p>
            <a:r>
              <a:rPr lang="zh-CN" altLang="en-US" dirty="0"/>
              <a:t>不足</a:t>
            </a:r>
          </a:p>
          <a:p>
            <a:pPr lvl="1"/>
            <a:r>
              <a:rPr lang="zh-CN" altLang="en-US" dirty="0"/>
              <a:t>增加大量系统调用和进程</a:t>
            </a:r>
            <a:r>
              <a:rPr lang="zh-CN" altLang="en-US" dirty="0" smtClean="0"/>
              <a:t>切换，总</a:t>
            </a:r>
            <a:r>
              <a:rPr lang="zh-CN" altLang="en-US" dirty="0"/>
              <a:t>开销增加导致系统性能</a:t>
            </a:r>
            <a:r>
              <a:rPr lang="zh-CN" altLang="en-US" dirty="0" smtClean="0"/>
              <a:t>下降</a:t>
            </a:r>
            <a:endParaRPr lang="en-US" altLang="zh-CN" dirty="0" smtClean="0"/>
          </a:p>
        </p:txBody>
      </p:sp>
      <p:sp>
        <p:nvSpPr>
          <p:cNvPr id="4" name="灯片编号占位符 3"/>
          <p:cNvSpPr>
            <a:spLocks noGrp="1"/>
          </p:cNvSpPr>
          <p:nvPr>
            <p:ph type="sldNum" sz="quarter" idx="12"/>
          </p:nvPr>
        </p:nvSpPr>
        <p:spPr/>
        <p:txBody>
          <a:bodyPr/>
          <a:lstStyle/>
          <a:p>
            <a:fld id="{4093CC90-4002-504C-BD88-C9A1D374048E}" type="slidenum">
              <a:rPr lang="zh-CN" altLang="en-US" smtClean="0"/>
              <a:pPr/>
              <a:t>36</a:t>
            </a:fld>
            <a:endParaRPr lang="zh-CN" altLang="en-US" dirty="0"/>
          </a:p>
        </p:txBody>
      </p:sp>
    </p:spTree>
    <p:extLst>
      <p:ext uri="{BB962C8B-B14F-4D97-AF65-F5344CB8AC3E}">
        <p14:creationId xmlns:p14="http://schemas.microsoft.com/office/powerpoint/2010/main" val="15535071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微内核</a:t>
            </a:r>
          </a:p>
        </p:txBody>
      </p:sp>
      <p:sp>
        <p:nvSpPr>
          <p:cNvPr id="3" name="内容占位符 2"/>
          <p:cNvSpPr>
            <a:spLocks noGrp="1"/>
          </p:cNvSpPr>
          <p:nvPr>
            <p:ph idx="1"/>
          </p:nvPr>
        </p:nvSpPr>
        <p:spPr/>
        <p:txBody>
          <a:bodyPr/>
          <a:lstStyle/>
          <a:p>
            <a:r>
              <a:rPr lang="zh-CN" altLang="en-US" dirty="0"/>
              <a:t>现实情况：太多系统调用和进程切换，效率低下无法广泛</a:t>
            </a:r>
            <a:r>
              <a:rPr lang="zh-CN" altLang="en-US" dirty="0" smtClean="0"/>
              <a:t>应用</a:t>
            </a:r>
            <a:endParaRPr lang="en-US" altLang="zh-CN" dirty="0" smtClean="0"/>
          </a:p>
          <a:p>
            <a:pPr lvl="1"/>
            <a:r>
              <a:rPr lang="zh-CN" altLang="en-US" dirty="0" smtClean="0"/>
              <a:t>大多数主流系统属于</a:t>
            </a:r>
            <a:r>
              <a:rPr lang="zh-CN" altLang="en-US" dirty="0"/>
              <a:t>宏</a:t>
            </a:r>
            <a:r>
              <a:rPr lang="zh-CN" altLang="en-US" dirty="0" smtClean="0"/>
              <a:t>内核（也称单内核）</a:t>
            </a:r>
            <a:endParaRPr lang="en-US" altLang="zh-CN" dirty="0" smtClean="0"/>
          </a:p>
          <a:p>
            <a:pPr lvl="1"/>
            <a:r>
              <a:rPr lang="en-US" altLang="zh-CN" dirty="0" smtClean="0"/>
              <a:t>Mach</a:t>
            </a:r>
            <a:r>
              <a:rPr lang="zh-CN" altLang="en-US" dirty="0"/>
              <a:t>：卡内基梅隆大学开发，真正的微内核，性能问题严重，失败</a:t>
            </a:r>
            <a:endParaRPr lang="en-US" altLang="zh-CN" dirty="0" smtClean="0"/>
          </a:p>
          <a:p>
            <a:pPr lvl="1"/>
            <a:r>
              <a:rPr lang="en-US" altLang="zh-CN" dirty="0" smtClean="0"/>
              <a:t>Windows</a:t>
            </a:r>
            <a:r>
              <a:rPr lang="zh-CN" altLang="en-US" dirty="0" smtClean="0"/>
              <a:t>，少数对</a:t>
            </a:r>
            <a:r>
              <a:rPr lang="zh-CN" altLang="en-US" dirty="0"/>
              <a:t>性能不敏感的功能被</a:t>
            </a:r>
            <a:r>
              <a:rPr lang="zh-CN" altLang="en-US" dirty="0" smtClean="0"/>
              <a:t>剥离</a:t>
            </a:r>
            <a:endParaRPr lang="en-US" altLang="zh-CN" dirty="0" smtClean="0"/>
          </a:p>
          <a:p>
            <a:pPr lvl="2"/>
            <a:r>
              <a:rPr lang="en-US" altLang="zh-CN" dirty="0" smtClean="0"/>
              <a:t>winlogon.exe</a:t>
            </a:r>
            <a:r>
              <a:rPr lang="zh-CN" altLang="en-US" dirty="0"/>
              <a:t>，</a:t>
            </a:r>
            <a:r>
              <a:rPr lang="en-US" altLang="zh-CN" dirty="0"/>
              <a:t>lsass.exe</a:t>
            </a:r>
            <a:r>
              <a:rPr lang="zh-CN" altLang="en-US" dirty="0"/>
              <a:t>，</a:t>
            </a:r>
            <a:r>
              <a:rPr lang="en-US" altLang="zh-CN" dirty="0" smtClean="0"/>
              <a:t>smss.exe</a:t>
            </a:r>
            <a:r>
              <a:rPr lang="zh-CN" altLang="en-US" dirty="0" smtClean="0"/>
              <a:t>与</a:t>
            </a:r>
            <a:r>
              <a:rPr lang="zh-CN" altLang="en-US" dirty="0"/>
              <a:t>登录会话</a:t>
            </a:r>
            <a:r>
              <a:rPr lang="zh-CN" altLang="en-US" dirty="0" smtClean="0"/>
              <a:t>有关</a:t>
            </a:r>
            <a:endParaRPr lang="en-US" altLang="zh-CN" dirty="0" smtClean="0"/>
          </a:p>
          <a:p>
            <a:pPr lvl="2"/>
            <a:r>
              <a:rPr lang="en-US" altLang="zh-CN" dirty="0" smtClean="0"/>
              <a:t>csrss.exe</a:t>
            </a:r>
            <a:r>
              <a:rPr lang="zh-CN" altLang="en-US" dirty="0"/>
              <a:t>与</a:t>
            </a:r>
            <a:r>
              <a:rPr lang="en-US" altLang="zh-CN" dirty="0"/>
              <a:t>DOS</a:t>
            </a:r>
            <a:r>
              <a:rPr lang="zh-CN" altLang="en-US" dirty="0"/>
              <a:t>或</a:t>
            </a:r>
            <a:r>
              <a:rPr lang="en-US" altLang="zh-CN" dirty="0"/>
              <a:t>POSIX</a:t>
            </a:r>
            <a:r>
              <a:rPr lang="zh-CN" altLang="en-US" dirty="0"/>
              <a:t>子系统</a:t>
            </a:r>
            <a:r>
              <a:rPr lang="zh-CN" altLang="en-US" dirty="0" smtClean="0"/>
              <a:t>有关</a:t>
            </a:r>
            <a:endParaRPr lang="en-US" altLang="zh-CN" dirty="0" smtClean="0"/>
          </a:p>
          <a:p>
            <a:pPr lvl="1"/>
            <a:r>
              <a:rPr lang="zh-CN" altLang="en-US" dirty="0" smtClean="0"/>
              <a:t>鸿蒙，微内核，采用大量优化解决效率问题</a:t>
            </a:r>
            <a:endParaRPr lang="zh-CN" altLang="en-US" dirty="0"/>
          </a:p>
        </p:txBody>
      </p:sp>
      <p:sp>
        <p:nvSpPr>
          <p:cNvPr id="4" name="灯片编号占位符 3"/>
          <p:cNvSpPr>
            <a:spLocks noGrp="1"/>
          </p:cNvSpPr>
          <p:nvPr>
            <p:ph type="sldNum" sz="quarter" idx="12"/>
          </p:nvPr>
        </p:nvSpPr>
        <p:spPr/>
        <p:txBody>
          <a:bodyPr/>
          <a:lstStyle/>
          <a:p>
            <a:fld id="{4093CC90-4002-504C-BD88-C9A1D374048E}" type="slidenum">
              <a:rPr lang="zh-CN" altLang="en-US" smtClean="0"/>
              <a:pPr/>
              <a:t>37</a:t>
            </a:fld>
            <a:endParaRPr lang="zh-CN" altLang="en-US" dirty="0"/>
          </a:p>
        </p:txBody>
      </p:sp>
    </p:spTree>
    <p:extLst>
      <p:ext uri="{BB962C8B-B14F-4D97-AF65-F5344CB8AC3E}">
        <p14:creationId xmlns:p14="http://schemas.microsoft.com/office/powerpoint/2010/main" val="401007601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1" name="Rectangle 2">
            <a:extLst>
              <a:ext uri="{FF2B5EF4-FFF2-40B4-BE49-F238E27FC236}">
                <a16:creationId xmlns="" xmlns:a16="http://schemas.microsoft.com/office/drawing/2014/main" id="{FF7637A7-EA02-0DDE-39E4-372EFEBA27A2}"/>
              </a:ext>
            </a:extLst>
          </p:cNvPr>
          <p:cNvSpPr>
            <a:spLocks noGrp="1" noChangeArrowheads="1"/>
          </p:cNvSpPr>
          <p:nvPr>
            <p:ph type="title"/>
          </p:nvPr>
        </p:nvSpPr>
        <p:spPr/>
        <p:txBody>
          <a:bodyPr/>
          <a:lstStyle/>
          <a:p>
            <a:r>
              <a:rPr lang="zh-CN" altLang="en-US" dirty="0"/>
              <a:t>练习题</a:t>
            </a:r>
            <a:endParaRPr lang="en-US" altLang="zh-CN" dirty="0"/>
          </a:p>
        </p:txBody>
      </p:sp>
      <p:sp>
        <p:nvSpPr>
          <p:cNvPr id="56322" name="Rectangle 3">
            <a:extLst>
              <a:ext uri="{FF2B5EF4-FFF2-40B4-BE49-F238E27FC236}">
                <a16:creationId xmlns="" xmlns:a16="http://schemas.microsoft.com/office/drawing/2014/main" id="{12C421F3-F715-979C-79F8-A8C09B6DEFD7}"/>
              </a:ext>
            </a:extLst>
          </p:cNvPr>
          <p:cNvSpPr>
            <a:spLocks noGrp="1" noChangeArrowheads="1"/>
          </p:cNvSpPr>
          <p:nvPr>
            <p:ph idx="1"/>
          </p:nvPr>
        </p:nvSpPr>
        <p:spPr/>
        <p:txBody>
          <a:bodyPr/>
          <a:lstStyle/>
          <a:p>
            <a:r>
              <a:rPr lang="zh-CN" altLang="en-US" dirty="0" smtClean="0"/>
              <a:t>系统调用的目的是什么？</a:t>
            </a:r>
            <a:endParaRPr lang="en-US" altLang="zh-CN" dirty="0" smtClean="0"/>
          </a:p>
          <a:p>
            <a:r>
              <a:rPr lang="zh-CN" altLang="en-US" dirty="0" smtClean="0"/>
              <a:t>从</a:t>
            </a:r>
            <a:r>
              <a:rPr lang="zh-CN" altLang="en-US" dirty="0"/>
              <a:t>应用程序的视角来看，异常和中断的区别是什么？</a:t>
            </a:r>
            <a:endParaRPr lang="en-US" altLang="zh-CN" dirty="0"/>
          </a:p>
          <a:p>
            <a:r>
              <a:rPr lang="zh-CN" altLang="en-US" dirty="0"/>
              <a:t>在发生</a:t>
            </a:r>
            <a:r>
              <a:rPr lang="en-US" altLang="zh-CN" dirty="0"/>
              <a:t>CPU</a:t>
            </a:r>
            <a:r>
              <a:rPr lang="zh-CN" altLang="en-US" dirty="0"/>
              <a:t>的特权级切换时，</a:t>
            </a:r>
            <a:r>
              <a:rPr lang="en-US" altLang="zh-CN" dirty="0"/>
              <a:t>CPU</a:t>
            </a:r>
            <a:r>
              <a:rPr lang="zh-CN" altLang="en-US" dirty="0"/>
              <a:t>会自动保存当前的执行状态，包括程序计器</a:t>
            </a:r>
            <a:r>
              <a:rPr lang="en-US" altLang="zh-CN" dirty="0"/>
              <a:t>(PC)</a:t>
            </a:r>
            <a:r>
              <a:rPr lang="zh-CN" altLang="en-US" dirty="0"/>
              <a:t>、栈指针</a:t>
            </a:r>
            <a:r>
              <a:rPr lang="en-US" altLang="zh-CN" dirty="0"/>
              <a:t>(Stack</a:t>
            </a:r>
            <a:r>
              <a:rPr lang="zh-CN" altLang="en-US" dirty="0"/>
              <a:t> </a:t>
            </a:r>
            <a:r>
              <a:rPr lang="en-US" altLang="zh-CN" dirty="0"/>
              <a:t>Pointer,</a:t>
            </a:r>
            <a:r>
              <a:rPr lang="zh-CN" altLang="en-US" dirty="0"/>
              <a:t> </a:t>
            </a:r>
            <a:r>
              <a:rPr lang="en-US" altLang="zh-CN" dirty="0"/>
              <a:t>SP)</a:t>
            </a:r>
            <a:r>
              <a:rPr lang="zh-CN" altLang="en-US" dirty="0"/>
              <a:t>等。请分析：如果不保存</a:t>
            </a:r>
            <a:r>
              <a:rPr lang="en-US" altLang="zh-CN" dirty="0"/>
              <a:t>PC</a:t>
            </a:r>
            <a:r>
              <a:rPr lang="zh-CN" altLang="en-US" dirty="0"/>
              <a:t>和</a:t>
            </a:r>
            <a:r>
              <a:rPr lang="en-US" altLang="zh-CN" dirty="0"/>
              <a:t>SP</a:t>
            </a:r>
            <a:r>
              <a:rPr lang="zh-CN" altLang="en-US" dirty="0"/>
              <a:t>，会出现什么问题？</a:t>
            </a:r>
            <a:endParaRPr lang="en-US" altLang="zh-CN" dirty="0"/>
          </a:p>
        </p:txBody>
      </p:sp>
      <p:sp>
        <p:nvSpPr>
          <p:cNvPr id="2" name="灯片编号占位符 1">
            <a:extLst>
              <a:ext uri="{FF2B5EF4-FFF2-40B4-BE49-F238E27FC236}">
                <a16:creationId xmlns="" xmlns:a16="http://schemas.microsoft.com/office/drawing/2014/main" id="{10308D5D-9657-2165-1202-EA72B24FC7DC}"/>
              </a:ext>
            </a:extLst>
          </p:cNvPr>
          <p:cNvSpPr>
            <a:spLocks noGrp="1"/>
          </p:cNvSpPr>
          <p:nvPr>
            <p:ph type="sldNum" sz="quarter" idx="12"/>
          </p:nvPr>
        </p:nvSpPr>
        <p:spPr/>
        <p:txBody>
          <a:bodyPr/>
          <a:lstStyle/>
          <a:p>
            <a:fld id="{748647BC-2A60-7146-8956-E61BEEDE2B56}" type="slidenum">
              <a:rPr lang="zh-CN" altLang="en-US" smtClean="0"/>
              <a:pPr/>
              <a:t>38</a:t>
            </a:fld>
            <a:endParaRPr lang="zh-CN" altLang="en-US"/>
          </a:p>
        </p:txBody>
      </p:sp>
    </p:spTree>
    <p:extLst>
      <p:ext uri="{BB962C8B-B14F-4D97-AF65-F5344CB8AC3E}">
        <p14:creationId xmlns:p14="http://schemas.microsoft.com/office/powerpoint/2010/main" val="10512536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 xmlns:a16="http://schemas.microsoft.com/office/drawing/2014/main" id="{A699B5F0-C9C5-4220-9915-119B9B89A103}"/>
              </a:ext>
            </a:extLst>
          </p:cNvPr>
          <p:cNvSpPr>
            <a:spLocks noGrp="1"/>
          </p:cNvSpPr>
          <p:nvPr>
            <p:ph type="title"/>
          </p:nvPr>
        </p:nvSpPr>
        <p:spPr/>
        <p:txBody>
          <a:bodyPr/>
          <a:lstStyle/>
          <a:p>
            <a:r>
              <a:rPr kumimoji="1" lang="zh-CN" altLang="en-US"/>
              <a:t>练习题</a:t>
            </a:r>
            <a:endParaRPr kumimoji="1" lang="zh-CN" altLang="en-US" dirty="0"/>
          </a:p>
        </p:txBody>
      </p:sp>
      <p:sp>
        <p:nvSpPr>
          <p:cNvPr id="3" name="内容占位符 2">
            <a:extLst>
              <a:ext uri="{FF2B5EF4-FFF2-40B4-BE49-F238E27FC236}">
                <a16:creationId xmlns="" xmlns:a16="http://schemas.microsoft.com/office/drawing/2014/main" id="{7C124F35-16C5-03DF-0578-844BF952222A}"/>
              </a:ext>
            </a:extLst>
          </p:cNvPr>
          <p:cNvSpPr>
            <a:spLocks noGrp="1"/>
          </p:cNvSpPr>
          <p:nvPr>
            <p:ph idx="1"/>
          </p:nvPr>
        </p:nvSpPr>
        <p:spPr/>
        <p:txBody>
          <a:bodyPr/>
          <a:lstStyle/>
          <a:p>
            <a:r>
              <a:rPr lang="zh-CN" altLang="en-US" dirty="0"/>
              <a:t>系统调用和库函数或</a:t>
            </a:r>
            <a:r>
              <a:rPr lang="en-US" altLang="zh-CN" dirty="0"/>
              <a:t>API</a:t>
            </a:r>
            <a:r>
              <a:rPr lang="zh-CN" altLang="en-US" dirty="0"/>
              <a:t>之间是什么关系？</a:t>
            </a:r>
            <a:endParaRPr lang="en-US" altLang="zh-CN" dirty="0"/>
          </a:p>
          <a:p>
            <a:r>
              <a:rPr lang="zh-CN" altLang="en-US" dirty="0"/>
              <a:t>操作系统提供的系统调用有哪几种参数传递的方法？</a:t>
            </a:r>
            <a:endParaRPr lang="en-US" altLang="zh-CN" dirty="0"/>
          </a:p>
          <a:p>
            <a:r>
              <a:rPr kumimoji="1" lang="zh-CN" altLang="en-US" dirty="0"/>
              <a:t>请解释说明系统调用机制涉及的概念：访管指令、系统调用号、参数传递、系统调用表、系统调用实现函数。</a:t>
            </a:r>
          </a:p>
        </p:txBody>
      </p:sp>
      <p:sp>
        <p:nvSpPr>
          <p:cNvPr id="4" name="灯片编号占位符 3">
            <a:extLst>
              <a:ext uri="{FF2B5EF4-FFF2-40B4-BE49-F238E27FC236}">
                <a16:creationId xmlns="" xmlns:a16="http://schemas.microsoft.com/office/drawing/2014/main" id="{A0028986-3F5E-9460-137C-A366FD4A6510}"/>
              </a:ext>
            </a:extLst>
          </p:cNvPr>
          <p:cNvSpPr>
            <a:spLocks noGrp="1"/>
          </p:cNvSpPr>
          <p:nvPr>
            <p:ph type="sldNum" sz="quarter" idx="12"/>
          </p:nvPr>
        </p:nvSpPr>
        <p:spPr/>
        <p:txBody>
          <a:bodyPr/>
          <a:lstStyle/>
          <a:p>
            <a:fld id="{4093CC90-4002-504C-BD88-C9A1D374048E}" type="slidenum">
              <a:rPr lang="zh-CN" altLang="en-US" smtClean="0"/>
              <a:pPr/>
              <a:t>39</a:t>
            </a:fld>
            <a:endParaRPr lang="zh-CN" altLang="en-US" dirty="0"/>
          </a:p>
        </p:txBody>
      </p:sp>
    </p:spTree>
    <p:extLst>
      <p:ext uri="{BB962C8B-B14F-4D97-AF65-F5344CB8AC3E}">
        <p14:creationId xmlns:p14="http://schemas.microsoft.com/office/powerpoint/2010/main" val="78957316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2"/>
          <p:cNvSpPr>
            <a:spLocks noGrp="1" noChangeArrowheads="1"/>
          </p:cNvSpPr>
          <p:nvPr>
            <p:ph type="title"/>
          </p:nvPr>
        </p:nvSpPr>
        <p:spPr/>
        <p:txBody>
          <a:bodyPr/>
          <a:lstStyle/>
          <a:p>
            <a:pPr eaLnBrk="1" hangingPunct="1"/>
            <a:r>
              <a:rPr lang="zh-CN" altLang="en-US" smtClean="0"/>
              <a:t>选择题</a:t>
            </a:r>
            <a:r>
              <a:rPr lang="en-US" altLang="zh-CN" smtClean="0"/>
              <a:t>1</a:t>
            </a:r>
          </a:p>
        </p:txBody>
      </p:sp>
      <p:sp>
        <p:nvSpPr>
          <p:cNvPr id="58371" name="Rectangle 3"/>
          <p:cNvSpPr>
            <a:spLocks noGrp="1" noChangeArrowheads="1"/>
          </p:cNvSpPr>
          <p:nvPr>
            <p:ph idx="1"/>
          </p:nvPr>
        </p:nvSpPr>
        <p:spPr>
          <a:xfrm>
            <a:off x="457200" y="1268413"/>
            <a:ext cx="8393113" cy="5000625"/>
          </a:xfrm>
        </p:spPr>
        <p:txBody>
          <a:bodyPr/>
          <a:lstStyle/>
          <a:p>
            <a:pPr algn="just" eaLnBrk="1" hangingPunct="1"/>
            <a:r>
              <a:rPr lang="zh-CN" altLang="en-US" smtClean="0">
                <a:latin typeface="Times New Roman" panose="02020603050405020304" pitchFamily="18" charset="0"/>
              </a:rPr>
              <a:t>操作系统提供给编程人员的接口是</a:t>
            </a:r>
            <a:r>
              <a:rPr lang="zh-CN" altLang="en-US" smtClean="0"/>
              <a:t>_____</a:t>
            </a:r>
            <a:r>
              <a:rPr lang="zh-CN" altLang="en-US" smtClean="0">
                <a:latin typeface="Times New Roman" panose="02020603050405020304" pitchFamily="18" charset="0"/>
              </a:rPr>
              <a:t>。</a:t>
            </a:r>
            <a:endParaRPr lang="zh-CN" altLang="en-US" smtClean="0"/>
          </a:p>
          <a:p>
            <a:pPr lvl="1" algn="just" eaLnBrk="1" hangingPunct="1">
              <a:buFont typeface="Wingdings" panose="05000000000000000000" pitchFamily="2" charset="2"/>
              <a:buNone/>
            </a:pPr>
            <a:r>
              <a:rPr lang="en-US" altLang="zh-CN" smtClean="0"/>
              <a:t>A.</a:t>
            </a:r>
            <a:r>
              <a:rPr lang="zh-CN" altLang="en-US" smtClean="0">
                <a:latin typeface="Times New Roman" panose="02020603050405020304" pitchFamily="18" charset="0"/>
              </a:rPr>
              <a:t>系统调用</a:t>
            </a:r>
            <a:r>
              <a:rPr lang="zh-CN" altLang="en-US" smtClean="0"/>
              <a:t>           </a:t>
            </a:r>
            <a:r>
              <a:rPr lang="en-US" altLang="zh-CN" smtClean="0"/>
              <a:t>B.</a:t>
            </a:r>
            <a:r>
              <a:rPr lang="zh-CN" altLang="en-US" smtClean="0">
                <a:latin typeface="Times New Roman" panose="02020603050405020304" pitchFamily="18" charset="0"/>
              </a:rPr>
              <a:t>子程序</a:t>
            </a:r>
            <a:endParaRPr lang="zh-CN" altLang="en-US" smtClean="0"/>
          </a:p>
          <a:p>
            <a:pPr lvl="1" algn="just" eaLnBrk="1" hangingPunct="1">
              <a:buFont typeface="Wingdings" panose="05000000000000000000" pitchFamily="2" charset="2"/>
              <a:buNone/>
            </a:pPr>
            <a:r>
              <a:rPr lang="en-US" altLang="zh-CN" smtClean="0"/>
              <a:t>C.</a:t>
            </a:r>
            <a:r>
              <a:rPr lang="zh-CN" altLang="en-US" smtClean="0">
                <a:latin typeface="Times New Roman" panose="02020603050405020304" pitchFamily="18" charset="0"/>
              </a:rPr>
              <a:t>库函数                  </a:t>
            </a:r>
            <a:r>
              <a:rPr lang="en-US" altLang="zh-CN" smtClean="0"/>
              <a:t>D.</a:t>
            </a:r>
            <a:r>
              <a:rPr lang="zh-CN" altLang="en-US" smtClean="0">
                <a:latin typeface="Times New Roman" panose="02020603050405020304" pitchFamily="18" charset="0"/>
              </a:rPr>
              <a:t>高级语言</a:t>
            </a:r>
            <a:endParaRPr lang="en-US" altLang="zh-CN" smtClean="0">
              <a:latin typeface="Times New Roman" panose="02020603050405020304" pitchFamily="18" charset="0"/>
            </a:endParaRPr>
          </a:p>
        </p:txBody>
      </p:sp>
      <p:sp>
        <p:nvSpPr>
          <p:cNvPr id="2" name="灯片编号占位符 1"/>
          <p:cNvSpPr>
            <a:spLocks noGrp="1"/>
          </p:cNvSpPr>
          <p:nvPr>
            <p:ph type="sldNum" sz="quarter" idx="12"/>
          </p:nvPr>
        </p:nvSpPr>
        <p:spPr/>
        <p:txBody>
          <a:bodyPr/>
          <a:lstStyle/>
          <a:p>
            <a:pPr>
              <a:defRPr/>
            </a:pPr>
            <a:fld id="{51E51618-4F6B-4938-BCBF-99F9773DF1A0}" type="slidenum">
              <a:rPr lang="zh-CN" altLang="en-US"/>
              <a:pPr>
                <a:defRPr/>
              </a:pPr>
              <a:t>40</a:t>
            </a:fld>
            <a:endParaRPr lang="zh-CN" altLang="en-US"/>
          </a:p>
        </p:txBody>
      </p:sp>
    </p:spTree>
    <p:extLst>
      <p:ext uri="{BB962C8B-B14F-4D97-AF65-F5344CB8AC3E}">
        <p14:creationId xmlns:p14="http://schemas.microsoft.com/office/powerpoint/2010/main" val="1614854306"/>
      </p:ext>
    </p:extLst>
  </p:cSld>
  <p:clrMapOvr>
    <a:masterClrMapping/>
  </p:clrMapOvr>
  <p:transition/>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2"/>
          <p:cNvSpPr>
            <a:spLocks noGrp="1" noChangeArrowheads="1"/>
          </p:cNvSpPr>
          <p:nvPr>
            <p:ph type="title"/>
          </p:nvPr>
        </p:nvSpPr>
        <p:spPr/>
        <p:txBody>
          <a:bodyPr/>
          <a:lstStyle/>
          <a:p>
            <a:pPr eaLnBrk="1" hangingPunct="1"/>
            <a:r>
              <a:rPr lang="zh-CN" altLang="en-US" sz="4000" smtClean="0"/>
              <a:t>考研题</a:t>
            </a:r>
          </a:p>
        </p:txBody>
      </p:sp>
      <p:sp>
        <p:nvSpPr>
          <p:cNvPr id="59395" name="Rectangle 3"/>
          <p:cNvSpPr>
            <a:spLocks noGrp="1" noChangeArrowheads="1"/>
          </p:cNvSpPr>
          <p:nvPr>
            <p:ph idx="1"/>
          </p:nvPr>
        </p:nvSpPr>
        <p:spPr/>
        <p:txBody>
          <a:bodyPr/>
          <a:lstStyle/>
          <a:p>
            <a:pPr eaLnBrk="1" hangingPunct="1"/>
            <a:r>
              <a:rPr lang="zh-CN" altLang="en-US" sz="2800" smtClean="0"/>
              <a:t>下列选项中，操作系统提供给应用程序的接口是</a:t>
            </a:r>
            <a:r>
              <a:rPr lang="zh-CN" altLang="en-US" sz="2800" u="sng" smtClean="0"/>
              <a:t>      </a:t>
            </a:r>
            <a:r>
              <a:rPr lang="zh-CN" altLang="en-US" sz="2800" smtClean="0"/>
              <a:t>。</a:t>
            </a:r>
            <a:r>
              <a:rPr lang="en-US" altLang="zh-CN" sz="2800" smtClean="0"/>
              <a:t>10</a:t>
            </a:r>
          </a:p>
          <a:p>
            <a:pPr eaLnBrk="1" hangingPunct="1">
              <a:buFont typeface="Wingdings" panose="05000000000000000000" pitchFamily="2" charset="2"/>
              <a:buNone/>
            </a:pPr>
            <a:r>
              <a:rPr lang="en-US" altLang="zh-CN" sz="2800" smtClean="0"/>
              <a:t>A. </a:t>
            </a:r>
            <a:r>
              <a:rPr lang="zh-CN" altLang="en-US" sz="2800" smtClean="0"/>
              <a:t>系统调用			</a:t>
            </a:r>
            <a:r>
              <a:rPr lang="en-US" altLang="zh-CN" sz="2800" smtClean="0"/>
              <a:t>B. </a:t>
            </a:r>
            <a:r>
              <a:rPr lang="zh-CN" altLang="en-US" sz="2800" smtClean="0"/>
              <a:t>中断</a:t>
            </a:r>
          </a:p>
          <a:p>
            <a:pPr eaLnBrk="1" hangingPunct="1">
              <a:buFont typeface="Wingdings" panose="05000000000000000000" pitchFamily="2" charset="2"/>
              <a:buNone/>
            </a:pPr>
            <a:r>
              <a:rPr lang="en-US" altLang="zh-CN" sz="2800" smtClean="0"/>
              <a:t>C. </a:t>
            </a:r>
            <a:r>
              <a:rPr lang="zh-CN" altLang="en-US" sz="2800" smtClean="0"/>
              <a:t>库函数				</a:t>
            </a:r>
            <a:r>
              <a:rPr lang="en-US" altLang="zh-CN" sz="2800" smtClean="0"/>
              <a:t>D. </a:t>
            </a:r>
            <a:r>
              <a:rPr lang="zh-CN" altLang="en-US" sz="2800" smtClean="0"/>
              <a:t>原语</a:t>
            </a:r>
            <a:endParaRPr lang="zh-CN" altLang="en-US" smtClean="0"/>
          </a:p>
        </p:txBody>
      </p:sp>
      <p:sp>
        <p:nvSpPr>
          <p:cNvPr id="2" name="灯片编号占位符 1"/>
          <p:cNvSpPr>
            <a:spLocks noGrp="1"/>
          </p:cNvSpPr>
          <p:nvPr>
            <p:ph type="sldNum" sz="quarter" idx="12"/>
          </p:nvPr>
        </p:nvSpPr>
        <p:spPr/>
        <p:txBody>
          <a:bodyPr/>
          <a:lstStyle/>
          <a:p>
            <a:pPr>
              <a:defRPr/>
            </a:pPr>
            <a:fld id="{45672BA7-E3F0-438A-AABB-959F8FC304DD}" type="slidenum">
              <a:rPr lang="zh-CN" altLang="en-US"/>
              <a:pPr>
                <a:defRPr/>
              </a:pPr>
              <a:t>41</a:t>
            </a:fld>
            <a:endParaRPr lang="zh-CN" altLang="en-US"/>
          </a:p>
        </p:txBody>
      </p:sp>
    </p:spTree>
    <p:extLst>
      <p:ext uri="{BB962C8B-B14F-4D97-AF65-F5344CB8AC3E}">
        <p14:creationId xmlns:p14="http://schemas.microsoft.com/office/powerpoint/2010/main" val="1968028321"/>
      </p:ext>
    </p:extLst>
  </p:cSld>
  <p:clrMapOvr>
    <a:masterClrMapping/>
  </p:clrMapOvr>
  <p:transition/>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API</a:t>
            </a:r>
            <a:r>
              <a:rPr lang="zh-CN" altLang="en-US" dirty="0"/>
              <a:t>案例：最简</a:t>
            </a:r>
            <a:r>
              <a:rPr lang="en-US" altLang="zh-CN" dirty="0"/>
              <a:t>Win32</a:t>
            </a:r>
            <a:r>
              <a:rPr lang="zh-CN" altLang="en-US" dirty="0"/>
              <a:t>程序</a:t>
            </a:r>
          </a:p>
        </p:txBody>
      </p:sp>
      <p:sp>
        <p:nvSpPr>
          <p:cNvPr id="3" name="内容占位符 2"/>
          <p:cNvSpPr>
            <a:spLocks noGrp="1"/>
          </p:cNvSpPr>
          <p:nvPr>
            <p:ph idx="1"/>
          </p:nvPr>
        </p:nvSpPr>
        <p:spPr/>
        <p:txBody>
          <a:bodyPr/>
          <a:lstStyle/>
          <a:p>
            <a:r>
              <a:rPr lang="zh-CN" altLang="en-US" dirty="0" smtClean="0">
                <a:cs typeface="Calibri Light" panose="020F0302020204030204" pitchFamily="34" charset="0"/>
              </a:rPr>
              <a:t>重要基础概念</a:t>
            </a:r>
            <a:endParaRPr lang="en-US" altLang="zh-CN" dirty="0" smtClean="0">
              <a:cs typeface="Calibri Light" panose="020F0302020204030204" pitchFamily="34" charset="0"/>
            </a:endParaRPr>
          </a:p>
          <a:p>
            <a:pPr lvl="1"/>
            <a:r>
              <a:rPr lang="zh-CN" altLang="en-US" dirty="0">
                <a:cs typeface="Calibri Light" panose="020F0302020204030204" pitchFamily="34" charset="0"/>
              </a:rPr>
              <a:t>消息与消息队列</a:t>
            </a:r>
            <a:endParaRPr lang="en-US" altLang="zh-CN" dirty="0" smtClean="0">
              <a:cs typeface="Calibri Light" panose="020F0302020204030204" pitchFamily="34" charset="0"/>
            </a:endParaRPr>
          </a:p>
          <a:p>
            <a:pPr lvl="2"/>
            <a:r>
              <a:rPr lang="zh-CN" altLang="en-US" dirty="0" smtClean="0">
                <a:cs typeface="Calibri Light" panose="020F0302020204030204" pitchFamily="34" charset="0"/>
              </a:rPr>
              <a:t>系统</a:t>
            </a:r>
            <a:r>
              <a:rPr lang="zh-CN" altLang="en-US" dirty="0">
                <a:cs typeface="Calibri Light" panose="020F0302020204030204" pitchFamily="34" charset="0"/>
              </a:rPr>
              <a:t>发送的一种结构，用于向应用程序通知某些事件</a:t>
            </a:r>
            <a:endParaRPr lang="en-US" altLang="zh-CN" dirty="0" smtClean="0">
              <a:cs typeface="Calibri Light" panose="020F0302020204030204" pitchFamily="34" charset="0"/>
            </a:endParaRPr>
          </a:p>
          <a:p>
            <a:pPr lvl="3"/>
            <a:r>
              <a:rPr lang="zh-CN" altLang="en-US" dirty="0">
                <a:cs typeface="Calibri Light" panose="020F0302020204030204" pitchFamily="34" charset="0"/>
              </a:rPr>
              <a:t>窗口</a:t>
            </a:r>
            <a:r>
              <a:rPr lang="en-US" altLang="zh-CN" dirty="0">
                <a:cs typeface="Calibri Light" panose="020F0302020204030204" pitchFamily="34" charset="0"/>
              </a:rPr>
              <a:t>handle</a:t>
            </a:r>
            <a:r>
              <a:rPr lang="zh-CN" altLang="en-US" dirty="0">
                <a:cs typeface="Calibri Light" panose="020F0302020204030204" pitchFamily="34" charset="0"/>
              </a:rPr>
              <a:t>，指示消息发送到哪个窗口</a:t>
            </a:r>
          </a:p>
          <a:p>
            <a:pPr lvl="3"/>
            <a:r>
              <a:rPr lang="zh-CN" altLang="en-US" dirty="0">
                <a:cs typeface="Calibri Light" panose="020F0302020204030204" pitchFamily="34" charset="0"/>
              </a:rPr>
              <a:t>消息</a:t>
            </a:r>
            <a:r>
              <a:rPr lang="en-US" altLang="zh-CN" dirty="0">
                <a:cs typeface="Calibri Light" panose="020F0302020204030204" pitchFamily="34" charset="0"/>
              </a:rPr>
              <a:t>ID</a:t>
            </a:r>
            <a:r>
              <a:rPr lang="zh-CN" altLang="en-US" dirty="0">
                <a:cs typeface="Calibri Light" panose="020F0302020204030204" pitchFamily="34" charset="0"/>
              </a:rPr>
              <a:t>，指示这是哪种类型的消息</a:t>
            </a:r>
          </a:p>
          <a:p>
            <a:pPr lvl="3"/>
            <a:r>
              <a:rPr lang="en-US" altLang="zh-CN" dirty="0" err="1">
                <a:cs typeface="Calibri Light" panose="020F0302020204030204" pitchFamily="34" charset="0"/>
              </a:rPr>
              <a:t>wParam</a:t>
            </a:r>
            <a:r>
              <a:rPr lang="zh-CN" altLang="en-US" dirty="0">
                <a:cs typeface="Calibri Light" panose="020F0302020204030204" pitchFamily="34" charset="0"/>
              </a:rPr>
              <a:t>和</a:t>
            </a:r>
            <a:r>
              <a:rPr lang="en-US" altLang="zh-CN" dirty="0" err="1">
                <a:cs typeface="Calibri Light" panose="020F0302020204030204" pitchFamily="34" charset="0"/>
              </a:rPr>
              <a:t>lParam</a:t>
            </a:r>
            <a:r>
              <a:rPr lang="zh-CN" altLang="en-US" dirty="0">
                <a:cs typeface="Calibri Light" panose="020F0302020204030204" pitchFamily="34" charset="0"/>
              </a:rPr>
              <a:t>，两个</a:t>
            </a:r>
            <a:r>
              <a:rPr lang="en-US" altLang="zh-CN" dirty="0">
                <a:cs typeface="Calibri Light" panose="020F0302020204030204" pitchFamily="34" charset="0"/>
              </a:rPr>
              <a:t>32</a:t>
            </a:r>
            <a:r>
              <a:rPr lang="zh-CN" altLang="en-US" dirty="0">
                <a:cs typeface="Calibri Light" panose="020F0302020204030204" pitchFamily="34" charset="0"/>
              </a:rPr>
              <a:t>位参数</a:t>
            </a:r>
            <a:r>
              <a:rPr lang="zh-CN" altLang="en-US" dirty="0" smtClean="0">
                <a:cs typeface="Calibri Light" panose="020F0302020204030204" pitchFamily="34" charset="0"/>
              </a:rPr>
              <a:t>，不同</a:t>
            </a:r>
            <a:r>
              <a:rPr lang="zh-CN" altLang="en-US" dirty="0">
                <a:cs typeface="Calibri Light" panose="020F0302020204030204" pitchFamily="34" charset="0"/>
              </a:rPr>
              <a:t>消息有不同的用途</a:t>
            </a:r>
            <a:endParaRPr lang="en-US" altLang="zh-CN" dirty="0" smtClean="0">
              <a:cs typeface="Calibri Light" panose="020F0302020204030204" pitchFamily="34" charset="0"/>
            </a:endParaRPr>
          </a:p>
          <a:p>
            <a:pPr lvl="2"/>
            <a:r>
              <a:rPr lang="zh-CN" altLang="en-US" dirty="0">
                <a:cs typeface="Calibri Light" panose="020F0302020204030204" pitchFamily="34" charset="0"/>
              </a:rPr>
              <a:t>每个</a:t>
            </a:r>
            <a:r>
              <a:rPr lang="en-US" altLang="zh-CN" dirty="0">
                <a:cs typeface="Calibri Light" panose="020F0302020204030204" pitchFamily="34" charset="0"/>
              </a:rPr>
              <a:t>UI</a:t>
            </a:r>
            <a:r>
              <a:rPr lang="zh-CN" altLang="en-US" dirty="0">
                <a:cs typeface="Calibri Light" panose="020F0302020204030204" pitchFamily="34" charset="0"/>
              </a:rPr>
              <a:t>线程都有一个消息队列（由系统维护），其程序可以通过</a:t>
            </a:r>
            <a:r>
              <a:rPr lang="en-US" altLang="zh-CN" dirty="0">
                <a:cs typeface="Calibri Light" panose="020F0302020204030204" pitchFamily="34" charset="0"/>
              </a:rPr>
              <a:t>API</a:t>
            </a:r>
            <a:r>
              <a:rPr lang="zh-CN" altLang="en-US" dirty="0">
                <a:cs typeface="Calibri Light" panose="020F0302020204030204" pitchFamily="34" charset="0"/>
              </a:rPr>
              <a:t>函数</a:t>
            </a:r>
            <a:r>
              <a:rPr lang="en-US" altLang="zh-CN" u="sng" dirty="0" err="1">
                <a:cs typeface="Calibri Light" panose="020F0302020204030204" pitchFamily="34" charset="0"/>
              </a:rPr>
              <a:t>GetMessage</a:t>
            </a:r>
            <a:r>
              <a:rPr lang="en-US" altLang="zh-CN" u="sng" dirty="0">
                <a:cs typeface="Calibri Light" panose="020F0302020204030204" pitchFamily="34" charset="0"/>
              </a:rPr>
              <a:t>()</a:t>
            </a:r>
            <a:r>
              <a:rPr lang="zh-CN" altLang="en-US" dirty="0">
                <a:cs typeface="Calibri Light" panose="020F0302020204030204" pitchFamily="34" charset="0"/>
              </a:rPr>
              <a:t>获取消息</a:t>
            </a:r>
          </a:p>
          <a:p>
            <a:pPr lvl="2"/>
            <a:r>
              <a:rPr lang="en-US" altLang="zh-CN" dirty="0">
                <a:cs typeface="Calibri Light" panose="020F0302020204030204" pitchFamily="34" charset="0"/>
              </a:rPr>
              <a:t>Windows</a:t>
            </a:r>
            <a:r>
              <a:rPr lang="zh-CN" altLang="en-US" dirty="0" smtClean="0">
                <a:cs typeface="Calibri Light" panose="020F0302020204030204" pitchFamily="34" charset="0"/>
              </a:rPr>
              <a:t>应用程序启动后不会立即退出</a:t>
            </a:r>
            <a:r>
              <a:rPr lang="zh-CN" altLang="en-US" dirty="0">
                <a:cs typeface="Calibri Light" panose="020F0302020204030204" pitchFamily="34" charset="0"/>
              </a:rPr>
              <a:t>，其整个生命周期中的主要任务是处理消息</a:t>
            </a:r>
          </a:p>
          <a:p>
            <a:pPr lvl="2"/>
            <a:r>
              <a:rPr lang="zh-CN" altLang="en-US" dirty="0">
                <a:cs typeface="Calibri Light" panose="020F0302020204030204" pitchFamily="34" charset="0"/>
              </a:rPr>
              <a:t>为了响应不时产生的消息，应用程序必须在程序中包含一个“消息循环”</a:t>
            </a:r>
            <a:endParaRPr lang="en-US" altLang="zh-CN" dirty="0" smtClean="0">
              <a:cs typeface="Calibri Light" panose="020F0302020204030204" pitchFamily="34" charset="0"/>
            </a:endParaRPr>
          </a:p>
        </p:txBody>
      </p:sp>
      <p:sp>
        <p:nvSpPr>
          <p:cNvPr id="4" name="灯片编号占位符 3"/>
          <p:cNvSpPr>
            <a:spLocks noGrp="1"/>
          </p:cNvSpPr>
          <p:nvPr>
            <p:ph type="sldNum" sz="quarter" idx="12"/>
          </p:nvPr>
        </p:nvSpPr>
        <p:spPr/>
        <p:txBody>
          <a:bodyPr/>
          <a:lstStyle/>
          <a:p>
            <a:fld id="{A2C77EB3-02C0-4470-866D-D490C6B1E316}" type="slidenum">
              <a:rPr lang="zh-CN" altLang="en-US" smtClean="0"/>
              <a:pPr/>
              <a:t>42</a:t>
            </a:fld>
            <a:endParaRPr lang="zh-CN" altLang="en-US" dirty="0"/>
          </a:p>
        </p:txBody>
      </p:sp>
    </p:spTree>
    <p:extLst>
      <p:ext uri="{BB962C8B-B14F-4D97-AF65-F5344CB8AC3E}">
        <p14:creationId xmlns:p14="http://schemas.microsoft.com/office/powerpoint/2010/main" val="253494481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API</a:t>
            </a:r>
            <a:r>
              <a:rPr lang="zh-CN" altLang="en-US" dirty="0"/>
              <a:t>案例：最简</a:t>
            </a:r>
            <a:r>
              <a:rPr lang="en-US" altLang="zh-CN" dirty="0"/>
              <a:t>Win32</a:t>
            </a:r>
            <a:r>
              <a:rPr lang="zh-CN" altLang="en-US" dirty="0"/>
              <a:t>程序</a:t>
            </a:r>
          </a:p>
        </p:txBody>
      </p:sp>
      <p:sp>
        <p:nvSpPr>
          <p:cNvPr id="3" name="内容占位符 2"/>
          <p:cNvSpPr>
            <a:spLocks noGrp="1"/>
          </p:cNvSpPr>
          <p:nvPr>
            <p:ph idx="1"/>
          </p:nvPr>
        </p:nvSpPr>
        <p:spPr/>
        <p:txBody>
          <a:bodyPr/>
          <a:lstStyle/>
          <a:p>
            <a:r>
              <a:rPr lang="zh-CN" altLang="en-US" dirty="0">
                <a:cs typeface="Calibri Light" panose="020F0302020204030204" pitchFamily="34" charset="0"/>
              </a:rPr>
              <a:t>重要基础概念</a:t>
            </a:r>
            <a:endParaRPr lang="en-US" altLang="zh-CN" dirty="0" smtClean="0">
              <a:cs typeface="Calibri Light" panose="020F0302020204030204" pitchFamily="34" charset="0"/>
            </a:endParaRPr>
          </a:p>
          <a:p>
            <a:pPr lvl="1"/>
            <a:r>
              <a:rPr lang="zh-CN" altLang="en-US" dirty="0">
                <a:cs typeface="Calibri Light" panose="020F0302020204030204" pitchFamily="34" charset="0"/>
              </a:rPr>
              <a:t>回调函数</a:t>
            </a:r>
            <a:endParaRPr lang="en-US" altLang="zh-CN" dirty="0" smtClean="0">
              <a:cs typeface="Calibri Light" panose="020F0302020204030204" pitchFamily="34" charset="0"/>
            </a:endParaRPr>
          </a:p>
          <a:p>
            <a:pPr lvl="2"/>
            <a:r>
              <a:rPr lang="zh-CN" altLang="en-US" dirty="0">
                <a:cs typeface="Calibri Light" panose="020F0302020204030204" pitchFamily="34" charset="0"/>
              </a:rPr>
              <a:t>一个由应用程序员编写的函数，其指针（地址</a:t>
            </a:r>
            <a:r>
              <a:rPr lang="zh-CN" altLang="en-US" dirty="0" smtClean="0">
                <a:cs typeface="Calibri Light" panose="020F0302020204030204" pitchFamily="34" charset="0"/>
              </a:rPr>
              <a:t>）被传递</a:t>
            </a:r>
            <a:r>
              <a:rPr lang="zh-CN" altLang="en-US" dirty="0">
                <a:cs typeface="Calibri Light" panose="020F0302020204030204" pitchFamily="34" charset="0"/>
              </a:rPr>
              <a:t>给系统，并由系统调用</a:t>
            </a:r>
            <a:endParaRPr lang="en-US" altLang="zh-CN" dirty="0" smtClean="0">
              <a:cs typeface="Calibri Light" panose="020F0302020204030204" pitchFamily="34" charset="0"/>
            </a:endParaRPr>
          </a:p>
          <a:p>
            <a:pPr lvl="1"/>
            <a:r>
              <a:rPr lang="zh-CN" altLang="en-US" dirty="0">
                <a:cs typeface="Calibri Light" panose="020F0302020204030204" pitchFamily="34" charset="0"/>
              </a:rPr>
              <a:t>句柄（</a:t>
            </a:r>
            <a:r>
              <a:rPr lang="en-US" altLang="zh-CN" dirty="0">
                <a:cs typeface="Calibri Light" panose="020F0302020204030204" pitchFamily="34" charset="0"/>
              </a:rPr>
              <a:t>Handle</a:t>
            </a:r>
            <a:r>
              <a:rPr lang="zh-CN" altLang="en-US" dirty="0">
                <a:cs typeface="Calibri Light" panose="020F0302020204030204" pitchFamily="34" charset="0"/>
              </a:rPr>
              <a:t>）</a:t>
            </a:r>
            <a:endParaRPr lang="en-US" altLang="zh-CN" dirty="0" smtClean="0">
              <a:cs typeface="Calibri Light" panose="020F0302020204030204" pitchFamily="34" charset="0"/>
            </a:endParaRPr>
          </a:p>
          <a:p>
            <a:pPr lvl="2"/>
            <a:r>
              <a:rPr lang="zh-CN" altLang="en-US" dirty="0">
                <a:cs typeface="Calibri Light" panose="020F0302020204030204" pitchFamily="34" charset="0"/>
              </a:rPr>
              <a:t>基本上，是个整数</a:t>
            </a:r>
            <a:r>
              <a:rPr lang="zh-CN" altLang="en-US" dirty="0" smtClean="0">
                <a:cs typeface="Calibri Light" panose="020F0302020204030204" pitchFamily="34" charset="0"/>
              </a:rPr>
              <a:t>，用于</a:t>
            </a:r>
            <a:r>
              <a:rPr lang="zh-CN" altLang="en-US" dirty="0">
                <a:cs typeface="Calibri Light" panose="020F0302020204030204" pitchFamily="34" charset="0"/>
              </a:rPr>
              <a:t>标识某个系统对象的</a:t>
            </a:r>
            <a:r>
              <a:rPr lang="en-US" altLang="zh-CN" dirty="0">
                <a:cs typeface="Calibri Light" panose="020F0302020204030204" pitchFamily="34" charset="0"/>
              </a:rPr>
              <a:t>ID</a:t>
            </a:r>
            <a:r>
              <a:rPr lang="zh-CN" altLang="en-US" dirty="0">
                <a:cs typeface="Calibri Light" panose="020F0302020204030204" pitchFamily="34" charset="0"/>
              </a:rPr>
              <a:t>号</a:t>
            </a:r>
          </a:p>
          <a:p>
            <a:pPr lvl="2"/>
            <a:r>
              <a:rPr lang="zh-CN" altLang="en-US" dirty="0">
                <a:cs typeface="Calibri Light" panose="020F0302020204030204" pitchFamily="34" charset="0"/>
              </a:rPr>
              <a:t>系统对象：</a:t>
            </a:r>
            <a:r>
              <a:rPr lang="zh-CN" altLang="en-US" dirty="0" smtClean="0">
                <a:cs typeface="Calibri Light" panose="020F0302020204030204" pitchFamily="34" charset="0"/>
              </a:rPr>
              <a:t>属于系统</a:t>
            </a:r>
            <a:r>
              <a:rPr lang="zh-CN" altLang="en-US" dirty="0">
                <a:cs typeface="Calibri Light" panose="020F0302020204030204" pitchFamily="34" charset="0"/>
              </a:rPr>
              <a:t>内核</a:t>
            </a:r>
            <a:r>
              <a:rPr lang="zh-CN" altLang="en-US" dirty="0" smtClean="0">
                <a:cs typeface="Calibri Light" panose="020F0302020204030204" pitchFamily="34" charset="0"/>
              </a:rPr>
              <a:t>但</a:t>
            </a:r>
            <a:r>
              <a:rPr lang="zh-CN" altLang="en-US" dirty="0">
                <a:cs typeface="Calibri Light" panose="020F0302020204030204" pitchFamily="34" charset="0"/>
              </a:rPr>
              <a:t>可由应用程序操作的对象</a:t>
            </a:r>
            <a:r>
              <a:rPr lang="zh-CN" altLang="en-US" dirty="0" smtClean="0">
                <a:cs typeface="Calibri Light" panose="020F0302020204030204" pitchFamily="34" charset="0"/>
              </a:rPr>
              <a:t>，如</a:t>
            </a:r>
            <a:r>
              <a:rPr lang="zh-CN" altLang="en-US" dirty="0">
                <a:cs typeface="Calibri Light" panose="020F0302020204030204" pitchFamily="34" charset="0"/>
              </a:rPr>
              <a:t>线程、窗口、菜单、按钮、屏幕</a:t>
            </a:r>
            <a:r>
              <a:rPr lang="zh-CN" altLang="en-US" dirty="0" smtClean="0">
                <a:cs typeface="Calibri Light" panose="020F0302020204030204" pitchFamily="34" charset="0"/>
              </a:rPr>
              <a:t>区域等</a:t>
            </a:r>
            <a:endParaRPr lang="en-US" altLang="zh-CN" dirty="0">
              <a:cs typeface="Calibri Light" panose="020F0302020204030204" pitchFamily="34" charset="0"/>
            </a:endParaRPr>
          </a:p>
          <a:p>
            <a:pPr lvl="2"/>
            <a:r>
              <a:rPr lang="zh-CN" altLang="en-US" dirty="0">
                <a:cs typeface="Calibri Light" panose="020F0302020204030204" pitchFamily="34" charset="0"/>
              </a:rPr>
              <a:t>出于安全考虑</a:t>
            </a:r>
            <a:r>
              <a:rPr lang="zh-CN" altLang="en-US" dirty="0" smtClean="0">
                <a:cs typeface="Calibri Light" panose="020F0302020204030204" pitchFamily="34" charset="0"/>
              </a:rPr>
              <a:t>，内核不能</a:t>
            </a:r>
            <a:r>
              <a:rPr lang="zh-CN" altLang="en-US" dirty="0">
                <a:cs typeface="Calibri Light" panose="020F0302020204030204" pitchFamily="34" charset="0"/>
              </a:rPr>
              <a:t>将系统对象的指针（地址）传递给应用程序，而是传递一个</a:t>
            </a:r>
            <a:r>
              <a:rPr lang="en-US" altLang="zh-CN" dirty="0">
                <a:cs typeface="Calibri Light" panose="020F0302020204030204" pitchFamily="34" charset="0"/>
              </a:rPr>
              <a:t>ID</a:t>
            </a:r>
          </a:p>
          <a:p>
            <a:pPr lvl="2"/>
            <a:r>
              <a:rPr lang="zh-CN" altLang="en-US" dirty="0" smtClean="0">
                <a:cs typeface="Calibri Light" panose="020F0302020204030204" pitchFamily="34" charset="0"/>
              </a:rPr>
              <a:t>应用程序调用</a:t>
            </a:r>
            <a:r>
              <a:rPr lang="en-US" altLang="zh-CN" dirty="0" smtClean="0">
                <a:cs typeface="Calibri Light" panose="020F0302020204030204" pitchFamily="34" charset="0"/>
              </a:rPr>
              <a:t>API</a:t>
            </a:r>
            <a:r>
              <a:rPr lang="zh-CN" altLang="en-US" dirty="0" smtClean="0">
                <a:cs typeface="Calibri Light" panose="020F0302020204030204" pitchFamily="34" charset="0"/>
              </a:rPr>
              <a:t>（</a:t>
            </a:r>
            <a:r>
              <a:rPr lang="zh-CN" altLang="en-US" dirty="0">
                <a:cs typeface="Calibri Light" panose="020F0302020204030204" pitchFamily="34" charset="0"/>
              </a:rPr>
              <a:t>以</a:t>
            </a:r>
            <a:r>
              <a:rPr lang="zh-CN" altLang="en-US" dirty="0" smtClean="0">
                <a:cs typeface="Calibri Light" panose="020F0302020204030204" pitchFamily="34" charset="0"/>
              </a:rPr>
              <a:t>句柄为</a:t>
            </a:r>
            <a:r>
              <a:rPr lang="zh-CN" altLang="en-US" dirty="0">
                <a:cs typeface="Calibri Light" panose="020F0302020204030204" pitchFamily="34" charset="0"/>
              </a:rPr>
              <a:t>参数</a:t>
            </a:r>
            <a:r>
              <a:rPr lang="zh-CN" altLang="en-US" dirty="0" smtClean="0">
                <a:cs typeface="Calibri Light" panose="020F0302020204030204" pitchFamily="34" charset="0"/>
              </a:rPr>
              <a:t>）来</a:t>
            </a:r>
            <a:r>
              <a:rPr lang="zh-CN" altLang="en-US" dirty="0">
                <a:cs typeface="Calibri Light" panose="020F0302020204030204" pitchFamily="34" charset="0"/>
              </a:rPr>
              <a:t>操作系统对象</a:t>
            </a:r>
          </a:p>
        </p:txBody>
      </p:sp>
      <p:sp>
        <p:nvSpPr>
          <p:cNvPr id="4" name="灯片编号占位符 3"/>
          <p:cNvSpPr>
            <a:spLocks noGrp="1"/>
          </p:cNvSpPr>
          <p:nvPr>
            <p:ph type="sldNum" sz="quarter" idx="12"/>
          </p:nvPr>
        </p:nvSpPr>
        <p:spPr/>
        <p:txBody>
          <a:bodyPr/>
          <a:lstStyle/>
          <a:p>
            <a:fld id="{A2C77EB3-02C0-4470-866D-D490C6B1E316}" type="slidenum">
              <a:rPr lang="zh-CN" altLang="en-US" smtClean="0"/>
              <a:pPr/>
              <a:t>43</a:t>
            </a:fld>
            <a:endParaRPr lang="zh-CN" altLang="en-US" dirty="0"/>
          </a:p>
        </p:txBody>
      </p:sp>
    </p:spTree>
    <p:extLst>
      <p:ext uri="{BB962C8B-B14F-4D97-AF65-F5344CB8AC3E}">
        <p14:creationId xmlns:p14="http://schemas.microsoft.com/office/powerpoint/2010/main" val="239708216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API</a:t>
            </a:r>
            <a:r>
              <a:rPr lang="zh-CN" altLang="en-US" dirty="0"/>
              <a:t>案例：最简</a:t>
            </a:r>
            <a:r>
              <a:rPr lang="en-US" altLang="zh-CN" dirty="0"/>
              <a:t>Win32</a:t>
            </a:r>
            <a:r>
              <a:rPr lang="zh-CN" altLang="en-US" dirty="0"/>
              <a:t>程序</a:t>
            </a:r>
          </a:p>
        </p:txBody>
      </p:sp>
      <p:sp>
        <p:nvSpPr>
          <p:cNvPr id="4" name="灯片编号占位符 3"/>
          <p:cNvSpPr>
            <a:spLocks noGrp="1"/>
          </p:cNvSpPr>
          <p:nvPr>
            <p:ph type="sldNum" sz="quarter" idx="12"/>
          </p:nvPr>
        </p:nvSpPr>
        <p:spPr/>
        <p:txBody>
          <a:bodyPr/>
          <a:lstStyle/>
          <a:p>
            <a:fld id="{A2C77EB3-02C0-4470-866D-D490C6B1E316}" type="slidenum">
              <a:rPr lang="zh-CN" altLang="en-US" smtClean="0"/>
              <a:pPr/>
              <a:t>44</a:t>
            </a:fld>
            <a:endParaRPr lang="zh-CN" altLang="en-US" dirty="0"/>
          </a:p>
        </p:txBody>
      </p:sp>
      <p:pic>
        <p:nvPicPr>
          <p:cNvPr id="6" name="图片 5" descr="wnd.JPG"/>
          <p:cNvPicPr>
            <a:picLocks noChangeAspect="1"/>
          </p:cNvPicPr>
          <p:nvPr/>
        </p:nvPicPr>
        <p:blipFill>
          <a:blip r:embed="rId3" cstate="print"/>
          <a:stretch>
            <a:fillRect/>
          </a:stretch>
        </p:blipFill>
        <p:spPr>
          <a:xfrm>
            <a:off x="582020" y="4267128"/>
            <a:ext cx="3181350" cy="2105025"/>
          </a:xfrm>
          <a:prstGeom prst="rect">
            <a:avLst/>
          </a:prstGeom>
        </p:spPr>
      </p:pic>
      <p:sp>
        <p:nvSpPr>
          <p:cNvPr id="7" name="矩形 6"/>
          <p:cNvSpPr/>
          <p:nvPr/>
        </p:nvSpPr>
        <p:spPr>
          <a:xfrm>
            <a:off x="671441" y="4551955"/>
            <a:ext cx="3002508" cy="1719618"/>
          </a:xfrm>
          <a:prstGeom prst="rect">
            <a:avLst/>
          </a:prstGeom>
          <a:solidFill>
            <a:srgbClr val="FFFF00"/>
          </a:solidFill>
          <a:ln w="63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Calibri Light" panose="020F0302020204030204" pitchFamily="34" charset="0"/>
              <a:cs typeface="Calibri Light" panose="020F0302020204030204" pitchFamily="34" charset="0"/>
            </a:endParaRPr>
          </a:p>
        </p:txBody>
      </p:sp>
      <p:grpSp>
        <p:nvGrpSpPr>
          <p:cNvPr id="16" name="组合 15"/>
          <p:cNvGrpSpPr/>
          <p:nvPr/>
        </p:nvGrpSpPr>
        <p:grpSpPr>
          <a:xfrm>
            <a:off x="6099636" y="4362593"/>
            <a:ext cx="1297451" cy="1753453"/>
            <a:chOff x="6099636" y="4162568"/>
            <a:chExt cx="1297451" cy="1753453"/>
          </a:xfrm>
        </p:grpSpPr>
        <p:sp>
          <p:nvSpPr>
            <p:cNvPr id="8" name="矩形 7"/>
            <p:cNvSpPr/>
            <p:nvPr/>
          </p:nvSpPr>
          <p:spPr>
            <a:xfrm>
              <a:off x="6100549" y="4162568"/>
              <a:ext cx="1296538" cy="218364"/>
            </a:xfrm>
            <a:prstGeom prst="rect">
              <a:avLst/>
            </a:pr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Calibri Light" panose="020F0302020204030204" pitchFamily="34" charset="0"/>
                <a:cs typeface="Calibri Light" panose="020F0302020204030204" pitchFamily="34" charset="0"/>
              </a:endParaRPr>
            </a:p>
          </p:txBody>
        </p:sp>
        <p:sp>
          <p:nvSpPr>
            <p:cNvPr id="9" name="矩形 8"/>
            <p:cNvSpPr/>
            <p:nvPr/>
          </p:nvSpPr>
          <p:spPr>
            <a:xfrm>
              <a:off x="6099636" y="4383207"/>
              <a:ext cx="1296538" cy="218364"/>
            </a:xfrm>
            <a:prstGeom prst="rect">
              <a:avLst/>
            </a:pr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Calibri Light" panose="020F0302020204030204" pitchFamily="34" charset="0"/>
                <a:cs typeface="Calibri Light" panose="020F0302020204030204" pitchFamily="34" charset="0"/>
              </a:endParaRPr>
            </a:p>
          </p:txBody>
        </p:sp>
        <p:sp>
          <p:nvSpPr>
            <p:cNvPr id="10" name="矩形 9"/>
            <p:cNvSpPr/>
            <p:nvPr/>
          </p:nvSpPr>
          <p:spPr>
            <a:xfrm>
              <a:off x="6100549" y="4600718"/>
              <a:ext cx="1296538" cy="218364"/>
            </a:xfrm>
            <a:prstGeom prst="rect">
              <a:avLst/>
            </a:pr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Calibri Light" panose="020F0302020204030204" pitchFamily="34" charset="0"/>
                <a:cs typeface="Calibri Light" panose="020F0302020204030204" pitchFamily="34" charset="0"/>
              </a:endParaRPr>
            </a:p>
          </p:txBody>
        </p:sp>
        <p:sp>
          <p:nvSpPr>
            <p:cNvPr id="11" name="矩形 10"/>
            <p:cNvSpPr/>
            <p:nvPr/>
          </p:nvSpPr>
          <p:spPr>
            <a:xfrm>
              <a:off x="6099636" y="4821357"/>
              <a:ext cx="1296538" cy="218364"/>
            </a:xfrm>
            <a:prstGeom prst="rect">
              <a:avLst/>
            </a:pr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400" smtClean="0">
                  <a:solidFill>
                    <a:schemeClr val="tx1"/>
                  </a:solidFill>
                  <a:latin typeface="Calibri Light" panose="020F0302020204030204" pitchFamily="34" charset="0"/>
                  <a:cs typeface="Calibri Light" panose="020F0302020204030204" pitchFamily="34" charset="0"/>
                </a:rPr>
                <a:t>msg queue</a:t>
              </a:r>
              <a:endParaRPr lang="zh-CN" altLang="en-US" sz="1400">
                <a:solidFill>
                  <a:schemeClr val="tx1"/>
                </a:solidFill>
                <a:latin typeface="Calibri Light" panose="020F0302020204030204" pitchFamily="34" charset="0"/>
                <a:cs typeface="Calibri Light" panose="020F0302020204030204" pitchFamily="34" charset="0"/>
              </a:endParaRPr>
            </a:p>
          </p:txBody>
        </p:sp>
        <p:sp>
          <p:nvSpPr>
            <p:cNvPr id="12" name="矩形 11"/>
            <p:cNvSpPr/>
            <p:nvPr/>
          </p:nvSpPr>
          <p:spPr>
            <a:xfrm>
              <a:off x="6100549" y="5038868"/>
              <a:ext cx="1296538" cy="218364"/>
            </a:xfrm>
            <a:prstGeom prst="rect">
              <a:avLst/>
            </a:pr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Calibri Light" panose="020F0302020204030204" pitchFamily="34" charset="0"/>
                <a:cs typeface="Calibri Light" panose="020F0302020204030204" pitchFamily="34" charset="0"/>
              </a:endParaRPr>
            </a:p>
          </p:txBody>
        </p:sp>
        <p:sp>
          <p:nvSpPr>
            <p:cNvPr id="13" name="矩形 12"/>
            <p:cNvSpPr/>
            <p:nvPr/>
          </p:nvSpPr>
          <p:spPr>
            <a:xfrm>
              <a:off x="6099636" y="5259507"/>
              <a:ext cx="1296538" cy="218364"/>
            </a:xfrm>
            <a:prstGeom prst="rect">
              <a:avLst/>
            </a:pr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Calibri Light" panose="020F0302020204030204" pitchFamily="34" charset="0"/>
                <a:cs typeface="Calibri Light" panose="020F0302020204030204" pitchFamily="34" charset="0"/>
              </a:endParaRPr>
            </a:p>
          </p:txBody>
        </p:sp>
        <p:sp>
          <p:nvSpPr>
            <p:cNvPr id="14" name="矩形 13"/>
            <p:cNvSpPr/>
            <p:nvPr/>
          </p:nvSpPr>
          <p:spPr>
            <a:xfrm>
              <a:off x="6100549" y="5477018"/>
              <a:ext cx="1296538" cy="218364"/>
            </a:xfrm>
            <a:prstGeom prst="rect">
              <a:avLst/>
            </a:pr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Calibri Light" panose="020F0302020204030204" pitchFamily="34" charset="0"/>
                <a:cs typeface="Calibri Light" panose="020F0302020204030204" pitchFamily="34" charset="0"/>
              </a:endParaRPr>
            </a:p>
          </p:txBody>
        </p:sp>
        <p:sp>
          <p:nvSpPr>
            <p:cNvPr id="15" name="矩形 14"/>
            <p:cNvSpPr/>
            <p:nvPr/>
          </p:nvSpPr>
          <p:spPr>
            <a:xfrm>
              <a:off x="6099636" y="5697657"/>
              <a:ext cx="1296538" cy="218364"/>
            </a:xfrm>
            <a:prstGeom prst="rect">
              <a:avLst/>
            </a:pr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Calibri Light" panose="020F0302020204030204" pitchFamily="34" charset="0"/>
                <a:cs typeface="Calibri Light" panose="020F0302020204030204" pitchFamily="34" charset="0"/>
              </a:endParaRPr>
            </a:p>
          </p:txBody>
        </p:sp>
      </p:grpSp>
      <p:cxnSp>
        <p:nvCxnSpPr>
          <p:cNvPr id="18" name="直接连接符 17"/>
          <p:cNvCxnSpPr/>
          <p:nvPr/>
        </p:nvCxnSpPr>
        <p:spPr>
          <a:xfrm>
            <a:off x="257175" y="4000500"/>
            <a:ext cx="8572500"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20" name="矩形 19"/>
          <p:cNvSpPr/>
          <p:nvPr/>
        </p:nvSpPr>
        <p:spPr>
          <a:xfrm>
            <a:off x="2343150" y="1466851"/>
            <a:ext cx="1838325" cy="2019300"/>
          </a:xfrm>
          <a:prstGeom prst="rect">
            <a:avLst/>
          </a:prstGeom>
          <a:no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en-US" altLang="zh-CN" sz="1400" b="1" dirty="0" err="1" smtClean="0">
                <a:solidFill>
                  <a:schemeClr val="tx1"/>
                </a:solidFill>
                <a:latin typeface="Calibri Light" panose="020F0302020204030204" pitchFamily="34" charset="0"/>
                <a:cs typeface="Calibri Light" panose="020F0302020204030204" pitchFamily="34" charset="0"/>
              </a:rPr>
              <a:t>WinMain</a:t>
            </a:r>
            <a:r>
              <a:rPr lang="en-US" altLang="zh-CN" sz="1400" b="1" dirty="0" smtClean="0">
                <a:solidFill>
                  <a:schemeClr val="tx1"/>
                </a:solidFill>
                <a:latin typeface="Calibri Light" panose="020F0302020204030204" pitchFamily="34" charset="0"/>
                <a:cs typeface="Calibri Light" panose="020F0302020204030204" pitchFamily="34" charset="0"/>
              </a:rPr>
              <a:t>()</a:t>
            </a:r>
          </a:p>
          <a:p>
            <a:endParaRPr lang="en-US" altLang="zh-CN" sz="1400" dirty="0" smtClean="0">
              <a:solidFill>
                <a:schemeClr val="tx1"/>
              </a:solidFill>
              <a:latin typeface="Calibri Light" panose="020F0302020204030204" pitchFamily="34" charset="0"/>
              <a:cs typeface="Calibri Light" panose="020F0302020204030204" pitchFamily="34" charset="0"/>
            </a:endParaRPr>
          </a:p>
          <a:p>
            <a:pPr marL="85725"/>
            <a:r>
              <a:rPr lang="en-US" altLang="zh-CN" sz="1400" dirty="0" smtClean="0">
                <a:solidFill>
                  <a:schemeClr val="tx1"/>
                </a:solidFill>
                <a:latin typeface="Calibri Light" panose="020F0302020204030204" pitchFamily="34" charset="0"/>
                <a:cs typeface="Calibri Light" panose="020F0302020204030204" pitchFamily="34" charset="0"/>
              </a:rPr>
              <a:t>Register Window</a:t>
            </a:r>
          </a:p>
          <a:p>
            <a:pPr marL="85725">
              <a:spcBef>
                <a:spcPts val="600"/>
              </a:spcBef>
            </a:pPr>
            <a:r>
              <a:rPr lang="en-US" altLang="zh-CN" sz="1400" dirty="0" smtClean="0">
                <a:solidFill>
                  <a:schemeClr val="tx1"/>
                </a:solidFill>
                <a:latin typeface="Calibri Light" panose="020F0302020204030204" pitchFamily="34" charset="0"/>
                <a:cs typeface="Calibri Light" panose="020F0302020204030204" pitchFamily="34" charset="0"/>
              </a:rPr>
              <a:t>Create Window</a:t>
            </a:r>
          </a:p>
          <a:p>
            <a:pPr marL="85725">
              <a:spcBef>
                <a:spcPts val="600"/>
              </a:spcBef>
            </a:pPr>
            <a:r>
              <a:rPr lang="en-US" altLang="zh-CN" sz="1400" dirty="0" smtClean="0">
                <a:solidFill>
                  <a:schemeClr val="tx1"/>
                </a:solidFill>
                <a:latin typeface="Calibri Light" panose="020F0302020204030204" pitchFamily="34" charset="0"/>
                <a:cs typeface="Calibri Light" panose="020F0302020204030204" pitchFamily="34" charset="0"/>
              </a:rPr>
              <a:t>Show Window</a:t>
            </a:r>
          </a:p>
          <a:p>
            <a:pPr marL="266700">
              <a:spcBef>
                <a:spcPts val="2400"/>
              </a:spcBef>
            </a:pPr>
            <a:r>
              <a:rPr lang="en-US" altLang="zh-CN" sz="1400" dirty="0" smtClean="0">
                <a:solidFill>
                  <a:schemeClr val="tx1"/>
                </a:solidFill>
                <a:latin typeface="Calibri Light" panose="020F0302020204030204" pitchFamily="34" charset="0"/>
                <a:cs typeface="Calibri Light" panose="020F0302020204030204" pitchFamily="34" charset="0"/>
              </a:rPr>
              <a:t>Message Loop</a:t>
            </a:r>
            <a:endParaRPr lang="zh-CN" altLang="en-US" sz="1400" dirty="0">
              <a:solidFill>
                <a:schemeClr val="tx1"/>
              </a:solidFill>
              <a:latin typeface="Calibri Light" panose="020F0302020204030204" pitchFamily="34" charset="0"/>
              <a:cs typeface="Calibri Light" panose="020F0302020204030204" pitchFamily="34" charset="0"/>
            </a:endParaRPr>
          </a:p>
        </p:txBody>
      </p:sp>
      <p:sp>
        <p:nvSpPr>
          <p:cNvPr id="21" name="右弧形箭头 20"/>
          <p:cNvSpPr/>
          <p:nvPr/>
        </p:nvSpPr>
        <p:spPr>
          <a:xfrm>
            <a:off x="2381250" y="2886075"/>
            <a:ext cx="257175" cy="504825"/>
          </a:xfrm>
          <a:prstGeom prst="curvedLeftArrow">
            <a:avLst/>
          </a:prstGeom>
          <a:ln w="127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latin typeface="Calibri Light" panose="020F0302020204030204" pitchFamily="34" charset="0"/>
              <a:cs typeface="Calibri Light" panose="020F0302020204030204" pitchFamily="34" charset="0"/>
            </a:endParaRPr>
          </a:p>
        </p:txBody>
      </p:sp>
      <p:sp>
        <p:nvSpPr>
          <p:cNvPr id="22" name="右弧形箭头 21"/>
          <p:cNvSpPr/>
          <p:nvPr/>
        </p:nvSpPr>
        <p:spPr>
          <a:xfrm rot="10800000">
            <a:off x="2085975" y="2886075"/>
            <a:ext cx="257175" cy="504825"/>
          </a:xfrm>
          <a:prstGeom prst="curvedLeftArrow">
            <a:avLst/>
          </a:prstGeom>
          <a:ln w="127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latin typeface="Calibri Light" panose="020F0302020204030204" pitchFamily="34" charset="0"/>
              <a:cs typeface="Calibri Light" panose="020F0302020204030204" pitchFamily="34" charset="0"/>
            </a:endParaRPr>
          </a:p>
        </p:txBody>
      </p:sp>
      <p:sp>
        <p:nvSpPr>
          <p:cNvPr id="23" name="下箭头 22"/>
          <p:cNvSpPr/>
          <p:nvPr/>
        </p:nvSpPr>
        <p:spPr>
          <a:xfrm>
            <a:off x="2247900" y="1857375"/>
            <a:ext cx="190500" cy="952500"/>
          </a:xfrm>
          <a:prstGeom prst="downArrow">
            <a:avLst/>
          </a:prstGeom>
          <a:ln w="127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Calibri Light" panose="020F0302020204030204" pitchFamily="34" charset="0"/>
              <a:cs typeface="Calibri Light" panose="020F0302020204030204" pitchFamily="34" charset="0"/>
            </a:endParaRPr>
          </a:p>
        </p:txBody>
      </p:sp>
      <p:cxnSp>
        <p:nvCxnSpPr>
          <p:cNvPr id="28" name="直接箭头连接符 27"/>
          <p:cNvCxnSpPr/>
          <p:nvPr/>
        </p:nvCxnSpPr>
        <p:spPr>
          <a:xfrm>
            <a:off x="3257550" y="2152650"/>
            <a:ext cx="0" cy="1609725"/>
          </a:xfrm>
          <a:prstGeom prst="straightConnector1">
            <a:avLst/>
          </a:prstGeom>
          <a:ln w="19050">
            <a:solidFill>
              <a:schemeClr val="accent1">
                <a:lumMod val="50000"/>
              </a:schemeClr>
            </a:solidFill>
            <a:tailEnd type="arrow"/>
          </a:ln>
        </p:spPr>
        <p:style>
          <a:lnRef idx="1">
            <a:schemeClr val="accent1"/>
          </a:lnRef>
          <a:fillRef idx="0">
            <a:schemeClr val="accent1"/>
          </a:fillRef>
          <a:effectRef idx="0">
            <a:schemeClr val="accent1"/>
          </a:effectRef>
          <a:fontRef idx="minor">
            <a:schemeClr val="tx1"/>
          </a:fontRef>
        </p:style>
      </p:cxnSp>
      <p:sp>
        <p:nvSpPr>
          <p:cNvPr id="32" name="圆角矩形标注 31"/>
          <p:cNvSpPr/>
          <p:nvPr/>
        </p:nvSpPr>
        <p:spPr>
          <a:xfrm>
            <a:off x="238124" y="2657547"/>
            <a:ext cx="2457451" cy="1057843"/>
          </a:xfrm>
          <a:prstGeom prst="wedgeRoundRectCallout">
            <a:avLst>
              <a:gd name="adj1" fmla="val 70543"/>
              <a:gd name="adj2" fmla="val 19498"/>
              <a:gd name="adj3" fmla="val 16667"/>
            </a:avLst>
          </a:prstGeom>
          <a:solidFill>
            <a:schemeClr val="accent1">
              <a:lumMod val="40000"/>
              <a:lumOff val="60000"/>
            </a:schemeClr>
          </a:solidFill>
          <a:ln w="6350">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1400" dirty="0">
                <a:solidFill>
                  <a:schemeClr val="tx1"/>
                </a:solidFill>
                <a:latin typeface="Calibri Light" panose="020F0302020204030204" pitchFamily="34" charset="0"/>
                <a:cs typeface="Calibri Light" panose="020F0302020204030204" pitchFamily="34" charset="0"/>
              </a:rPr>
              <a:t>嗨</a:t>
            </a:r>
            <a:r>
              <a:rPr lang="zh-CN" altLang="en-US" sz="1400" dirty="0" smtClean="0">
                <a:solidFill>
                  <a:schemeClr val="tx1"/>
                </a:solidFill>
                <a:latin typeface="Calibri Light" panose="020F0302020204030204" pitchFamily="34" charset="0"/>
                <a:cs typeface="Calibri Light" panose="020F0302020204030204" pitchFamily="34" charset="0"/>
              </a:rPr>
              <a:t>，我</a:t>
            </a:r>
            <a:r>
              <a:rPr lang="zh-CN" altLang="en-US" sz="1400" dirty="0">
                <a:solidFill>
                  <a:schemeClr val="tx1"/>
                </a:solidFill>
                <a:latin typeface="Calibri Light" panose="020F0302020204030204" pitchFamily="34" charset="0"/>
                <a:cs typeface="Calibri Light" panose="020F0302020204030204" pitchFamily="34" charset="0"/>
              </a:rPr>
              <a:t>有一个这样的</a:t>
            </a:r>
            <a:r>
              <a:rPr lang="zh-CN" altLang="en-US" sz="1400" dirty="0" smtClean="0">
                <a:solidFill>
                  <a:schemeClr val="tx1"/>
                </a:solidFill>
                <a:latin typeface="Calibri Light" panose="020F0302020204030204" pitchFamily="34" charset="0"/>
                <a:cs typeface="Calibri Light" panose="020F0302020204030204" pitchFamily="34" charset="0"/>
              </a:rPr>
              <a:t>窗口模板</a:t>
            </a:r>
            <a:r>
              <a:rPr lang="en-US" altLang="zh-CN" sz="1400" dirty="0" smtClean="0">
                <a:solidFill>
                  <a:schemeClr val="tx1"/>
                </a:solidFill>
                <a:latin typeface="Calibri Light" panose="020F0302020204030204" pitchFamily="34" charset="0"/>
                <a:cs typeface="Calibri Light" panose="020F0302020204030204" pitchFamily="34" charset="0"/>
              </a:rPr>
              <a:t>…… </a:t>
            </a:r>
            <a:endParaRPr lang="en-US" altLang="zh-CN" sz="1400" dirty="0">
              <a:solidFill>
                <a:schemeClr val="tx1"/>
              </a:solidFill>
              <a:latin typeface="Calibri Light" panose="020F0302020204030204" pitchFamily="34" charset="0"/>
              <a:cs typeface="Calibri Light" panose="020F0302020204030204" pitchFamily="34" charset="0"/>
            </a:endParaRPr>
          </a:p>
          <a:p>
            <a:r>
              <a:rPr lang="zh-CN" altLang="en-US" sz="1400" dirty="0">
                <a:solidFill>
                  <a:schemeClr val="tx1"/>
                </a:solidFill>
                <a:latin typeface="Calibri Light" panose="020F0302020204030204" pitchFamily="34" charset="0"/>
                <a:cs typeface="Calibri Light" panose="020F0302020204030204" pitchFamily="34" charset="0"/>
              </a:rPr>
              <a:t>发</a:t>
            </a:r>
            <a:r>
              <a:rPr lang="zh-CN" altLang="en-US" sz="1400" dirty="0" smtClean="0">
                <a:solidFill>
                  <a:schemeClr val="tx1"/>
                </a:solidFill>
                <a:latin typeface="Calibri Light" panose="020F0302020204030204" pitchFamily="34" charset="0"/>
                <a:cs typeface="Calibri Light" panose="020F0302020204030204" pitchFamily="34" charset="0"/>
              </a:rPr>
              <a:t>往这类窗口</a:t>
            </a:r>
            <a:r>
              <a:rPr lang="zh-CN" altLang="en-US" sz="1400" dirty="0">
                <a:solidFill>
                  <a:schemeClr val="tx1"/>
                </a:solidFill>
                <a:latin typeface="Calibri Light" panose="020F0302020204030204" pitchFamily="34" charset="0"/>
                <a:cs typeface="Calibri Light" panose="020F0302020204030204" pitchFamily="34" charset="0"/>
              </a:rPr>
              <a:t>的消息应该由这</a:t>
            </a:r>
            <a:r>
              <a:rPr lang="zh-CN" altLang="en-US" sz="1400" dirty="0" smtClean="0">
                <a:solidFill>
                  <a:schemeClr val="tx1"/>
                </a:solidFill>
                <a:latin typeface="Calibri Light" panose="020F0302020204030204" pitchFamily="34" charset="0"/>
                <a:cs typeface="Calibri Light" panose="020F0302020204030204" pitchFamily="34" charset="0"/>
              </a:rPr>
              <a:t>个人</a:t>
            </a:r>
            <a:r>
              <a:rPr lang="zh-CN" altLang="en-US" sz="1400" dirty="0">
                <a:solidFill>
                  <a:schemeClr val="tx1"/>
                </a:solidFill>
                <a:latin typeface="Calibri Light" panose="020F0302020204030204" pitchFamily="34" charset="0"/>
                <a:cs typeface="Calibri Light" panose="020F0302020204030204" pitchFamily="34" charset="0"/>
              </a:rPr>
              <a:t>（</a:t>
            </a:r>
            <a:r>
              <a:rPr lang="en-US" altLang="zh-CN" sz="1400" dirty="0" err="1">
                <a:solidFill>
                  <a:schemeClr val="tx1"/>
                </a:solidFill>
                <a:latin typeface="Calibri Light" panose="020F0302020204030204" pitchFamily="34" charset="0"/>
                <a:cs typeface="Calibri Light" panose="020F0302020204030204" pitchFamily="34" charset="0"/>
              </a:rPr>
              <a:t>WndProc</a:t>
            </a:r>
            <a:r>
              <a:rPr lang="zh-CN" altLang="en-US" sz="1400" dirty="0">
                <a:solidFill>
                  <a:schemeClr val="tx1"/>
                </a:solidFill>
                <a:latin typeface="Calibri Light" panose="020F0302020204030204" pitchFamily="34" charset="0"/>
                <a:cs typeface="Calibri Light" panose="020F0302020204030204" pitchFamily="34" charset="0"/>
              </a:rPr>
              <a:t>）</a:t>
            </a:r>
            <a:r>
              <a:rPr lang="zh-CN" altLang="en-US" sz="1400" dirty="0" smtClean="0">
                <a:solidFill>
                  <a:schemeClr val="tx1"/>
                </a:solidFill>
                <a:latin typeface="Calibri Light" panose="020F0302020204030204" pitchFamily="34" charset="0"/>
                <a:cs typeface="Calibri Light" panose="020F0302020204030204" pitchFamily="34" charset="0"/>
              </a:rPr>
              <a:t>来处理</a:t>
            </a:r>
            <a:endParaRPr lang="zh-CN" altLang="en-US" sz="1400" dirty="0">
              <a:solidFill>
                <a:schemeClr val="tx1"/>
              </a:solidFill>
              <a:latin typeface="Calibri Light" panose="020F0302020204030204" pitchFamily="34" charset="0"/>
              <a:cs typeface="Calibri Light" panose="020F0302020204030204" pitchFamily="34" charset="0"/>
            </a:endParaRPr>
          </a:p>
        </p:txBody>
      </p:sp>
      <p:sp>
        <p:nvSpPr>
          <p:cNvPr id="33" name="矩形 32"/>
          <p:cNvSpPr/>
          <p:nvPr/>
        </p:nvSpPr>
        <p:spPr>
          <a:xfrm>
            <a:off x="5057775" y="1466851"/>
            <a:ext cx="1838325" cy="2019300"/>
          </a:xfrm>
          <a:prstGeom prst="rect">
            <a:avLst/>
          </a:prstGeom>
          <a:no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en-US" altLang="zh-CN" sz="1400" b="1" dirty="0" err="1" smtClean="0">
                <a:solidFill>
                  <a:schemeClr val="tx1"/>
                </a:solidFill>
                <a:latin typeface="Calibri Light" panose="020F0302020204030204" pitchFamily="34" charset="0"/>
                <a:cs typeface="Calibri Light" panose="020F0302020204030204" pitchFamily="34" charset="0"/>
              </a:rPr>
              <a:t>WndProc</a:t>
            </a:r>
            <a:r>
              <a:rPr lang="en-US" altLang="zh-CN" sz="1400" b="1" dirty="0" smtClean="0">
                <a:solidFill>
                  <a:schemeClr val="tx1"/>
                </a:solidFill>
                <a:latin typeface="Calibri Light" panose="020F0302020204030204" pitchFamily="34" charset="0"/>
                <a:cs typeface="Calibri Light" panose="020F0302020204030204" pitchFamily="34" charset="0"/>
              </a:rPr>
              <a:t>(</a:t>
            </a:r>
            <a:r>
              <a:rPr lang="en-US" altLang="zh-CN" sz="1400" b="1" dirty="0" err="1" smtClean="0">
                <a:solidFill>
                  <a:schemeClr val="tx1"/>
                </a:solidFill>
                <a:latin typeface="Calibri Light" panose="020F0302020204030204" pitchFamily="34" charset="0"/>
                <a:cs typeface="Calibri Light" panose="020F0302020204030204" pitchFamily="34" charset="0"/>
              </a:rPr>
              <a:t>hwnd</a:t>
            </a:r>
            <a:r>
              <a:rPr lang="en-US" altLang="zh-CN" sz="1400" b="1" dirty="0" smtClean="0">
                <a:solidFill>
                  <a:schemeClr val="tx1"/>
                </a:solidFill>
                <a:latin typeface="Calibri Light" panose="020F0302020204030204" pitchFamily="34" charset="0"/>
                <a:cs typeface="Calibri Light" panose="020F0302020204030204" pitchFamily="34" charset="0"/>
              </a:rPr>
              <a:t>, …)</a:t>
            </a:r>
          </a:p>
          <a:p>
            <a:endParaRPr lang="en-US" altLang="zh-CN" sz="1400" dirty="0" smtClean="0">
              <a:solidFill>
                <a:schemeClr val="tx1"/>
              </a:solidFill>
              <a:latin typeface="Calibri Light" panose="020F0302020204030204" pitchFamily="34" charset="0"/>
              <a:cs typeface="Calibri Light" panose="020F0302020204030204" pitchFamily="34" charset="0"/>
            </a:endParaRPr>
          </a:p>
          <a:p>
            <a:r>
              <a:rPr lang="en-US" altLang="zh-CN" sz="1400" dirty="0" smtClean="0">
                <a:solidFill>
                  <a:schemeClr val="tx1"/>
                </a:solidFill>
                <a:latin typeface="Calibri Light" panose="020F0302020204030204" pitchFamily="34" charset="0"/>
                <a:cs typeface="Calibri Light" panose="020F0302020204030204" pitchFamily="34" charset="0"/>
              </a:rPr>
              <a:t>switch (message)</a:t>
            </a:r>
            <a:r>
              <a:rPr lang="zh-CN" altLang="en-US" sz="1400" dirty="0" smtClean="0">
                <a:solidFill>
                  <a:schemeClr val="tx1"/>
                </a:solidFill>
                <a:latin typeface="Calibri Light" panose="020F0302020204030204" pitchFamily="34" charset="0"/>
                <a:cs typeface="Calibri Light" panose="020F0302020204030204" pitchFamily="34" charset="0"/>
              </a:rPr>
              <a:t> </a:t>
            </a:r>
            <a:r>
              <a:rPr lang="en-US" altLang="zh-CN" sz="1400" dirty="0" smtClean="0">
                <a:solidFill>
                  <a:schemeClr val="tx1"/>
                </a:solidFill>
                <a:latin typeface="Calibri Light" panose="020F0302020204030204" pitchFamily="34" charset="0"/>
                <a:cs typeface="Calibri Light" panose="020F0302020204030204" pitchFamily="34" charset="0"/>
              </a:rPr>
              <a:t>{</a:t>
            </a:r>
          </a:p>
          <a:p>
            <a:r>
              <a:rPr lang="en-US" altLang="zh-CN" sz="1400" dirty="0" smtClean="0">
                <a:solidFill>
                  <a:schemeClr val="tx1"/>
                </a:solidFill>
                <a:latin typeface="Calibri Light" panose="020F0302020204030204" pitchFamily="34" charset="0"/>
                <a:cs typeface="Calibri Light" panose="020F0302020204030204" pitchFamily="34" charset="0"/>
              </a:rPr>
              <a:t>…</a:t>
            </a:r>
          </a:p>
          <a:p>
            <a:r>
              <a:rPr lang="en-US" altLang="zh-CN" sz="1400" dirty="0" smtClean="0">
                <a:solidFill>
                  <a:schemeClr val="tx1"/>
                </a:solidFill>
                <a:latin typeface="Calibri Light" panose="020F0302020204030204" pitchFamily="34" charset="0"/>
                <a:cs typeface="Calibri Light" panose="020F0302020204030204" pitchFamily="34" charset="0"/>
              </a:rPr>
              <a:t>case WM_PAINT:</a:t>
            </a:r>
          </a:p>
          <a:p>
            <a:pPr>
              <a:tabLst>
                <a:tab pos="180975" algn="l"/>
              </a:tabLst>
            </a:pPr>
            <a:r>
              <a:rPr lang="en-US" altLang="zh-CN" sz="1400" dirty="0" smtClean="0">
                <a:solidFill>
                  <a:schemeClr val="tx1"/>
                </a:solidFill>
                <a:latin typeface="Calibri Light" panose="020F0302020204030204" pitchFamily="34" charset="0"/>
                <a:cs typeface="Calibri Light" panose="020F0302020204030204" pitchFamily="34" charset="0"/>
              </a:rPr>
              <a:t>	Get client area</a:t>
            </a:r>
          </a:p>
          <a:p>
            <a:pPr>
              <a:tabLst>
                <a:tab pos="180975" algn="l"/>
              </a:tabLst>
            </a:pPr>
            <a:r>
              <a:rPr lang="en-US" altLang="zh-CN" sz="1400" dirty="0" smtClean="0">
                <a:solidFill>
                  <a:schemeClr val="tx1"/>
                </a:solidFill>
                <a:latin typeface="Calibri Light" panose="020F0302020204030204" pitchFamily="34" charset="0"/>
                <a:cs typeface="Calibri Light" panose="020F0302020204030204" pitchFamily="34" charset="0"/>
              </a:rPr>
              <a:t>	Paint something</a:t>
            </a:r>
          </a:p>
          <a:p>
            <a:pPr>
              <a:tabLst>
                <a:tab pos="180975" algn="l"/>
              </a:tabLst>
            </a:pPr>
            <a:r>
              <a:rPr lang="en-US" altLang="zh-CN" sz="1400" dirty="0" smtClean="0">
                <a:solidFill>
                  <a:schemeClr val="tx1"/>
                </a:solidFill>
                <a:latin typeface="Calibri Light" panose="020F0302020204030204" pitchFamily="34" charset="0"/>
                <a:cs typeface="Calibri Light" panose="020F0302020204030204" pitchFamily="34" charset="0"/>
              </a:rPr>
              <a:t>…</a:t>
            </a:r>
          </a:p>
          <a:p>
            <a:pPr>
              <a:tabLst>
                <a:tab pos="180975" algn="l"/>
              </a:tabLst>
            </a:pPr>
            <a:r>
              <a:rPr lang="en-US" altLang="zh-CN" sz="1400" dirty="0" smtClean="0">
                <a:solidFill>
                  <a:schemeClr val="tx1"/>
                </a:solidFill>
                <a:latin typeface="Calibri Light" panose="020F0302020204030204" pitchFamily="34" charset="0"/>
                <a:cs typeface="Calibri Light" panose="020F0302020204030204" pitchFamily="34" charset="0"/>
              </a:rPr>
              <a:t>}</a:t>
            </a:r>
          </a:p>
        </p:txBody>
      </p:sp>
      <p:sp>
        <p:nvSpPr>
          <p:cNvPr id="34" name="圆角矩形标注 33"/>
          <p:cNvSpPr/>
          <p:nvPr/>
        </p:nvSpPr>
        <p:spPr>
          <a:xfrm>
            <a:off x="1123950" y="2103320"/>
            <a:ext cx="1038226" cy="438150"/>
          </a:xfrm>
          <a:prstGeom prst="wedgeRoundRectCallout">
            <a:avLst>
              <a:gd name="adj1" fmla="val 81449"/>
              <a:gd name="adj2" fmla="val 6753"/>
              <a:gd name="adj3" fmla="val 16667"/>
            </a:avLst>
          </a:prstGeom>
          <a:solidFill>
            <a:schemeClr val="accent1">
              <a:lumMod val="40000"/>
              <a:lumOff val="60000"/>
            </a:schemeClr>
          </a:solidFill>
          <a:ln w="6350">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1400" dirty="0" smtClean="0">
                <a:solidFill>
                  <a:schemeClr val="tx1"/>
                </a:solidFill>
                <a:latin typeface="Calibri Light" panose="020F0302020204030204" pitchFamily="34" charset="0"/>
                <a:cs typeface="Calibri Light" panose="020F0302020204030204" pitchFamily="34" charset="0"/>
              </a:rPr>
              <a:t>空白窗口</a:t>
            </a:r>
            <a:endParaRPr lang="zh-CN" altLang="en-US" sz="1400" dirty="0">
              <a:solidFill>
                <a:schemeClr val="tx1"/>
              </a:solidFill>
              <a:latin typeface="Calibri Light" panose="020F0302020204030204" pitchFamily="34" charset="0"/>
              <a:cs typeface="Calibri Light" panose="020F0302020204030204" pitchFamily="34" charset="0"/>
            </a:endParaRPr>
          </a:p>
        </p:txBody>
      </p:sp>
      <p:sp>
        <p:nvSpPr>
          <p:cNvPr id="45" name="任意多边形 44"/>
          <p:cNvSpPr/>
          <p:nvPr/>
        </p:nvSpPr>
        <p:spPr>
          <a:xfrm>
            <a:off x="4375150" y="1647825"/>
            <a:ext cx="730250" cy="2028826"/>
          </a:xfrm>
          <a:custGeom>
            <a:avLst/>
            <a:gdLst>
              <a:gd name="connsiteX0" fmla="*/ 511175 w 730250"/>
              <a:gd name="connsiteY0" fmla="*/ 3676650 h 3676650"/>
              <a:gd name="connsiteX1" fmla="*/ 53975 w 730250"/>
              <a:gd name="connsiteY1" fmla="*/ 2057400 h 3676650"/>
              <a:gd name="connsiteX2" fmla="*/ 187325 w 730250"/>
              <a:gd name="connsiteY2" fmla="*/ 542925 h 3676650"/>
              <a:gd name="connsiteX3" fmla="*/ 730250 w 730250"/>
              <a:gd name="connsiteY3" fmla="*/ 0 h 3676650"/>
            </a:gdLst>
            <a:ahLst/>
            <a:cxnLst>
              <a:cxn ang="0">
                <a:pos x="connsiteX0" y="connsiteY0"/>
              </a:cxn>
              <a:cxn ang="0">
                <a:pos x="connsiteX1" y="connsiteY1"/>
              </a:cxn>
              <a:cxn ang="0">
                <a:pos x="connsiteX2" y="connsiteY2"/>
              </a:cxn>
              <a:cxn ang="0">
                <a:pos x="connsiteX3" y="connsiteY3"/>
              </a:cxn>
            </a:cxnLst>
            <a:rect l="l" t="t" r="r" b="b"/>
            <a:pathLst>
              <a:path w="730250" h="3676650">
                <a:moveTo>
                  <a:pt x="511175" y="3676650"/>
                </a:moveTo>
                <a:cubicBezTo>
                  <a:pt x="309562" y="3128168"/>
                  <a:pt x="107950" y="2579687"/>
                  <a:pt x="53975" y="2057400"/>
                </a:cubicBezTo>
                <a:cubicBezTo>
                  <a:pt x="0" y="1535113"/>
                  <a:pt x="74613" y="885825"/>
                  <a:pt x="187325" y="542925"/>
                </a:cubicBezTo>
                <a:cubicBezTo>
                  <a:pt x="300038" y="200025"/>
                  <a:pt x="515144" y="100012"/>
                  <a:pt x="730250" y="0"/>
                </a:cubicBezTo>
              </a:path>
            </a:pathLst>
          </a:custGeom>
          <a:ln w="19050">
            <a:solidFill>
              <a:schemeClr val="tx1"/>
            </a:solidFill>
            <a:prstDash val="dash"/>
            <a:tailEnd type="triangl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latin typeface="Calibri Light" panose="020F0302020204030204" pitchFamily="34" charset="0"/>
              <a:cs typeface="Calibri Light" panose="020F0302020204030204" pitchFamily="34" charset="0"/>
            </a:endParaRPr>
          </a:p>
        </p:txBody>
      </p:sp>
      <p:sp>
        <p:nvSpPr>
          <p:cNvPr id="46" name="任意多边形 45"/>
          <p:cNvSpPr/>
          <p:nvPr/>
        </p:nvSpPr>
        <p:spPr>
          <a:xfrm>
            <a:off x="3914775" y="3162300"/>
            <a:ext cx="2695575" cy="1323975"/>
          </a:xfrm>
          <a:custGeom>
            <a:avLst/>
            <a:gdLst>
              <a:gd name="connsiteX0" fmla="*/ 2695575 w 2695575"/>
              <a:gd name="connsiteY0" fmla="*/ 1323975 h 1323975"/>
              <a:gd name="connsiteX1" fmla="*/ 1933575 w 2695575"/>
              <a:gd name="connsiteY1" fmla="*/ 666750 h 1323975"/>
              <a:gd name="connsiteX2" fmla="*/ 876300 w 2695575"/>
              <a:gd name="connsiteY2" fmla="*/ 133350 h 1323975"/>
              <a:gd name="connsiteX3" fmla="*/ 0 w 2695575"/>
              <a:gd name="connsiteY3" fmla="*/ 0 h 1323975"/>
            </a:gdLst>
            <a:ahLst/>
            <a:cxnLst>
              <a:cxn ang="0">
                <a:pos x="connsiteX0" y="connsiteY0"/>
              </a:cxn>
              <a:cxn ang="0">
                <a:pos x="connsiteX1" y="connsiteY1"/>
              </a:cxn>
              <a:cxn ang="0">
                <a:pos x="connsiteX2" y="connsiteY2"/>
              </a:cxn>
              <a:cxn ang="0">
                <a:pos x="connsiteX3" y="connsiteY3"/>
              </a:cxn>
            </a:cxnLst>
            <a:rect l="l" t="t" r="r" b="b"/>
            <a:pathLst>
              <a:path w="2695575" h="1323975">
                <a:moveTo>
                  <a:pt x="2695575" y="1323975"/>
                </a:moveTo>
                <a:cubicBezTo>
                  <a:pt x="2466181" y="1094581"/>
                  <a:pt x="2236788" y="865188"/>
                  <a:pt x="1933575" y="666750"/>
                </a:cubicBezTo>
                <a:cubicBezTo>
                  <a:pt x="1630362" y="468312"/>
                  <a:pt x="1198562" y="244475"/>
                  <a:pt x="876300" y="133350"/>
                </a:cubicBezTo>
                <a:cubicBezTo>
                  <a:pt x="554038" y="22225"/>
                  <a:pt x="277019" y="11112"/>
                  <a:pt x="0" y="0"/>
                </a:cubicBezTo>
              </a:path>
            </a:pathLst>
          </a:cu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latin typeface="Calibri Light" panose="020F0302020204030204" pitchFamily="34" charset="0"/>
              <a:cs typeface="Calibri Light" panose="020F0302020204030204" pitchFamily="34" charset="0"/>
            </a:endParaRPr>
          </a:p>
        </p:txBody>
      </p:sp>
      <p:sp>
        <p:nvSpPr>
          <p:cNvPr id="47" name="任意多边形 46"/>
          <p:cNvSpPr/>
          <p:nvPr/>
        </p:nvSpPr>
        <p:spPr>
          <a:xfrm>
            <a:off x="3629026" y="3248303"/>
            <a:ext cx="217485" cy="409298"/>
          </a:xfrm>
          <a:custGeom>
            <a:avLst/>
            <a:gdLst>
              <a:gd name="connsiteX0" fmla="*/ 0 w 1066800"/>
              <a:gd name="connsiteY0" fmla="*/ 0 h 2162175"/>
              <a:gd name="connsiteX1" fmla="*/ 114300 w 1066800"/>
              <a:gd name="connsiteY1" fmla="*/ 885825 h 2162175"/>
              <a:gd name="connsiteX2" fmla="*/ 647700 w 1066800"/>
              <a:gd name="connsiteY2" fmla="*/ 1714500 h 2162175"/>
              <a:gd name="connsiteX3" fmla="*/ 1066800 w 1066800"/>
              <a:gd name="connsiteY3" fmla="*/ 2162175 h 2162175"/>
            </a:gdLst>
            <a:ahLst/>
            <a:cxnLst>
              <a:cxn ang="0">
                <a:pos x="connsiteX0" y="connsiteY0"/>
              </a:cxn>
              <a:cxn ang="0">
                <a:pos x="connsiteX1" y="connsiteY1"/>
              </a:cxn>
              <a:cxn ang="0">
                <a:pos x="connsiteX2" y="connsiteY2"/>
              </a:cxn>
              <a:cxn ang="0">
                <a:pos x="connsiteX3" y="connsiteY3"/>
              </a:cxn>
            </a:cxnLst>
            <a:rect l="l" t="t" r="r" b="b"/>
            <a:pathLst>
              <a:path w="1066800" h="2162175">
                <a:moveTo>
                  <a:pt x="0" y="0"/>
                </a:moveTo>
                <a:cubicBezTo>
                  <a:pt x="3175" y="300037"/>
                  <a:pt x="6350" y="600075"/>
                  <a:pt x="114300" y="885825"/>
                </a:cubicBezTo>
                <a:cubicBezTo>
                  <a:pt x="222250" y="1171575"/>
                  <a:pt x="488950" y="1501775"/>
                  <a:pt x="647700" y="1714500"/>
                </a:cubicBezTo>
                <a:cubicBezTo>
                  <a:pt x="806450" y="1927225"/>
                  <a:pt x="936625" y="2044700"/>
                  <a:pt x="1066800" y="2162175"/>
                </a:cubicBezTo>
              </a:path>
            </a:pathLst>
          </a:custGeom>
          <a:ln w="19050">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latin typeface="Calibri Light" panose="020F0302020204030204" pitchFamily="34" charset="0"/>
              <a:cs typeface="Calibri Light" panose="020F0302020204030204" pitchFamily="34" charset="0"/>
            </a:endParaRPr>
          </a:p>
        </p:txBody>
      </p:sp>
      <p:sp>
        <p:nvSpPr>
          <p:cNvPr id="48" name="任意多边形 47"/>
          <p:cNvSpPr/>
          <p:nvPr/>
        </p:nvSpPr>
        <p:spPr>
          <a:xfrm>
            <a:off x="4375150" y="1647825"/>
            <a:ext cx="730250" cy="2019300"/>
          </a:xfrm>
          <a:custGeom>
            <a:avLst/>
            <a:gdLst>
              <a:gd name="connsiteX0" fmla="*/ 511175 w 730250"/>
              <a:gd name="connsiteY0" fmla="*/ 3676650 h 3676650"/>
              <a:gd name="connsiteX1" fmla="*/ 53975 w 730250"/>
              <a:gd name="connsiteY1" fmla="*/ 2057400 h 3676650"/>
              <a:gd name="connsiteX2" fmla="*/ 187325 w 730250"/>
              <a:gd name="connsiteY2" fmla="*/ 542925 h 3676650"/>
              <a:gd name="connsiteX3" fmla="*/ 730250 w 730250"/>
              <a:gd name="connsiteY3" fmla="*/ 0 h 3676650"/>
            </a:gdLst>
            <a:ahLst/>
            <a:cxnLst>
              <a:cxn ang="0">
                <a:pos x="connsiteX0" y="connsiteY0"/>
              </a:cxn>
              <a:cxn ang="0">
                <a:pos x="connsiteX1" y="connsiteY1"/>
              </a:cxn>
              <a:cxn ang="0">
                <a:pos x="connsiteX2" y="connsiteY2"/>
              </a:cxn>
              <a:cxn ang="0">
                <a:pos x="connsiteX3" y="connsiteY3"/>
              </a:cxn>
            </a:cxnLst>
            <a:rect l="l" t="t" r="r" b="b"/>
            <a:pathLst>
              <a:path w="730250" h="3676650">
                <a:moveTo>
                  <a:pt x="511175" y="3676650"/>
                </a:moveTo>
                <a:cubicBezTo>
                  <a:pt x="309562" y="3128168"/>
                  <a:pt x="107950" y="2579687"/>
                  <a:pt x="53975" y="2057400"/>
                </a:cubicBezTo>
                <a:cubicBezTo>
                  <a:pt x="0" y="1535113"/>
                  <a:pt x="74613" y="885825"/>
                  <a:pt x="187325" y="542925"/>
                </a:cubicBezTo>
                <a:cubicBezTo>
                  <a:pt x="300038" y="200025"/>
                  <a:pt x="515144" y="100012"/>
                  <a:pt x="730250" y="0"/>
                </a:cubicBezTo>
              </a:path>
            </a:pathLst>
          </a:cu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latin typeface="Calibri Light" panose="020F0302020204030204" pitchFamily="34" charset="0"/>
              <a:cs typeface="Calibri Light" panose="020F0302020204030204" pitchFamily="34" charset="0"/>
            </a:endParaRPr>
          </a:p>
        </p:txBody>
      </p:sp>
      <p:sp>
        <p:nvSpPr>
          <p:cNvPr id="49" name="圆角矩形标注 48"/>
          <p:cNvSpPr/>
          <p:nvPr/>
        </p:nvSpPr>
        <p:spPr>
          <a:xfrm>
            <a:off x="4886325" y="2324100"/>
            <a:ext cx="828675" cy="371476"/>
          </a:xfrm>
          <a:prstGeom prst="wedgeRoundRectCallout">
            <a:avLst>
              <a:gd name="adj1" fmla="val -100443"/>
              <a:gd name="adj2" fmla="val -36836"/>
              <a:gd name="adj3" fmla="val 16667"/>
            </a:avLst>
          </a:prstGeom>
          <a:solidFill>
            <a:schemeClr val="accent1">
              <a:lumMod val="40000"/>
              <a:lumOff val="60000"/>
            </a:schemeClr>
          </a:solidFill>
          <a:ln w="6350">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1400" dirty="0" smtClean="0">
                <a:solidFill>
                  <a:schemeClr val="tx1"/>
                </a:solidFill>
                <a:latin typeface="Calibri Light" panose="020F0302020204030204" pitchFamily="34" charset="0"/>
                <a:cs typeface="Calibri Light" panose="020F0302020204030204" pitchFamily="34" charset="0"/>
              </a:rPr>
              <a:t>回调</a:t>
            </a:r>
            <a:endParaRPr lang="zh-CN" altLang="en-US" sz="1400" dirty="0">
              <a:solidFill>
                <a:schemeClr val="tx1"/>
              </a:solidFill>
              <a:latin typeface="Calibri Light" panose="020F0302020204030204" pitchFamily="34" charset="0"/>
              <a:cs typeface="Calibri Light" panose="020F0302020204030204" pitchFamily="34" charset="0"/>
            </a:endParaRPr>
          </a:p>
        </p:txBody>
      </p:sp>
      <p:sp>
        <p:nvSpPr>
          <p:cNvPr id="50" name="圆角矩形标注 49"/>
          <p:cNvSpPr/>
          <p:nvPr/>
        </p:nvSpPr>
        <p:spPr>
          <a:xfrm>
            <a:off x="6210300" y="3305175"/>
            <a:ext cx="1190625" cy="371476"/>
          </a:xfrm>
          <a:prstGeom prst="wedgeRoundRectCallout">
            <a:avLst>
              <a:gd name="adj1" fmla="val -56610"/>
              <a:gd name="adj2" fmla="val 111881"/>
              <a:gd name="adj3" fmla="val 16667"/>
            </a:avLst>
          </a:prstGeom>
          <a:solidFill>
            <a:schemeClr val="accent1">
              <a:lumMod val="40000"/>
              <a:lumOff val="60000"/>
            </a:schemeClr>
          </a:solidFill>
          <a:ln w="6350">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sz="1400" dirty="0" err="1" smtClean="0">
                <a:solidFill>
                  <a:schemeClr val="tx1"/>
                </a:solidFill>
                <a:latin typeface="Calibri Light" panose="020F0302020204030204" pitchFamily="34" charset="0"/>
                <a:cs typeface="Calibri Light" panose="020F0302020204030204" pitchFamily="34" charset="0"/>
              </a:rPr>
              <a:t>GetMessage</a:t>
            </a:r>
            <a:endParaRPr lang="zh-CN" altLang="en-US" sz="1400" dirty="0">
              <a:solidFill>
                <a:schemeClr val="tx1"/>
              </a:solidFill>
              <a:latin typeface="Calibri Light" panose="020F0302020204030204" pitchFamily="34" charset="0"/>
              <a:cs typeface="Calibri Light" panose="020F0302020204030204" pitchFamily="34" charset="0"/>
            </a:endParaRPr>
          </a:p>
        </p:txBody>
      </p:sp>
      <p:cxnSp>
        <p:nvCxnSpPr>
          <p:cNvPr id="53" name="直接箭头连接符 52"/>
          <p:cNvCxnSpPr/>
          <p:nvPr/>
        </p:nvCxnSpPr>
        <p:spPr>
          <a:xfrm flipV="1">
            <a:off x="2505075" y="3324225"/>
            <a:ext cx="323850" cy="1085850"/>
          </a:xfrm>
          <a:prstGeom prst="straightConnector1">
            <a:avLst/>
          </a:prstGeom>
          <a:ln w="19050">
            <a:solidFill>
              <a:schemeClr val="tx1"/>
            </a:solidFill>
            <a:prstDash val="dash"/>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56" name="直接箭头连接符 55"/>
          <p:cNvCxnSpPr/>
          <p:nvPr/>
        </p:nvCxnSpPr>
        <p:spPr>
          <a:xfrm flipV="1">
            <a:off x="2505075" y="1733550"/>
            <a:ext cx="3543300" cy="2676525"/>
          </a:xfrm>
          <a:prstGeom prst="straightConnector1">
            <a:avLst/>
          </a:prstGeom>
          <a:ln w="19050">
            <a:solidFill>
              <a:schemeClr val="tx1"/>
            </a:solidFill>
            <a:prstDash val="dash"/>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58" name="直接箭头连接符 57"/>
          <p:cNvCxnSpPr/>
          <p:nvPr/>
        </p:nvCxnSpPr>
        <p:spPr>
          <a:xfrm flipV="1">
            <a:off x="3505200" y="3143250"/>
            <a:ext cx="2400300" cy="1609726"/>
          </a:xfrm>
          <a:prstGeom prst="straightConnector1">
            <a:avLst/>
          </a:prstGeom>
          <a:ln w="19050">
            <a:solidFill>
              <a:schemeClr val="tx1"/>
            </a:solidFill>
            <a:prstDash val="dash"/>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61" name="TextBox 60"/>
          <p:cNvSpPr txBox="1"/>
          <p:nvPr/>
        </p:nvSpPr>
        <p:spPr>
          <a:xfrm>
            <a:off x="7792872" y="3610260"/>
            <a:ext cx="1050878" cy="307777"/>
          </a:xfrm>
          <a:prstGeom prst="rect">
            <a:avLst/>
          </a:prstGeom>
          <a:noFill/>
        </p:spPr>
        <p:txBody>
          <a:bodyPr wrap="square" rtlCol="0">
            <a:spAutoFit/>
          </a:bodyPr>
          <a:lstStyle/>
          <a:p>
            <a:r>
              <a:rPr lang="en-US" altLang="zh-CN" sz="1400" smtClean="0">
                <a:latin typeface="Calibri Light" panose="020F0302020204030204" pitchFamily="34" charset="0"/>
                <a:cs typeface="Calibri Light" panose="020F0302020204030204" pitchFamily="34" charset="0"/>
              </a:rPr>
              <a:t>Application</a:t>
            </a:r>
            <a:endParaRPr lang="zh-CN" altLang="en-US">
              <a:latin typeface="Calibri Light" panose="020F0302020204030204" pitchFamily="34" charset="0"/>
              <a:cs typeface="Calibri Light" panose="020F0302020204030204" pitchFamily="34" charset="0"/>
            </a:endParaRPr>
          </a:p>
        </p:txBody>
      </p:sp>
      <p:sp>
        <p:nvSpPr>
          <p:cNvPr id="62" name="TextBox 61"/>
          <p:cNvSpPr txBox="1"/>
          <p:nvPr/>
        </p:nvSpPr>
        <p:spPr>
          <a:xfrm>
            <a:off x="7792872" y="4090206"/>
            <a:ext cx="1050878" cy="307777"/>
          </a:xfrm>
          <a:prstGeom prst="rect">
            <a:avLst/>
          </a:prstGeom>
          <a:noFill/>
        </p:spPr>
        <p:txBody>
          <a:bodyPr wrap="square" rtlCol="0">
            <a:spAutoFit/>
          </a:bodyPr>
          <a:lstStyle/>
          <a:p>
            <a:r>
              <a:rPr lang="en-US" altLang="zh-CN" sz="1400" smtClean="0">
                <a:latin typeface="Calibri Light" panose="020F0302020204030204" pitchFamily="34" charset="0"/>
                <a:cs typeface="Calibri Light" panose="020F0302020204030204" pitchFamily="34" charset="0"/>
              </a:rPr>
              <a:t>Windows</a:t>
            </a:r>
            <a:endParaRPr lang="zh-CN" altLang="en-US">
              <a:latin typeface="Calibri Light" panose="020F0302020204030204" pitchFamily="34" charset="0"/>
              <a:cs typeface="Calibri Light" panose="020F0302020204030204" pitchFamily="34" charset="0"/>
            </a:endParaRPr>
          </a:p>
        </p:txBody>
      </p:sp>
      <p:sp>
        <p:nvSpPr>
          <p:cNvPr id="5" name="文本框 4"/>
          <p:cNvSpPr txBox="1"/>
          <p:nvPr/>
        </p:nvSpPr>
        <p:spPr>
          <a:xfrm>
            <a:off x="2943226" y="3591203"/>
            <a:ext cx="2170112" cy="333097"/>
          </a:xfrm>
          <a:prstGeom prst="rect">
            <a:avLst/>
          </a:prstGeom>
          <a:noFill/>
          <a:ln w="6350">
            <a:solidFill>
              <a:schemeClr val="tx1"/>
            </a:solidFill>
            <a:prstDash val="dash"/>
          </a:ln>
        </p:spPr>
        <p:txBody>
          <a:bodyPr wrap="square" rtlCol="0" anchor="ctr" anchorCtr="1">
            <a:noAutofit/>
          </a:bodyPr>
          <a:lstStyle/>
          <a:p>
            <a:r>
              <a:rPr lang="zh-CN" altLang="en-US" sz="1400" dirty="0" smtClean="0"/>
              <a:t>窗口登记</a:t>
            </a:r>
            <a:endParaRPr lang="zh-CN" altLang="en-US" sz="1400" dirty="0"/>
          </a:p>
        </p:txBody>
      </p:sp>
    </p:spTree>
    <p:extLst>
      <p:ext uri="{BB962C8B-B14F-4D97-AF65-F5344CB8AC3E}">
        <p14:creationId xmlns:p14="http://schemas.microsoft.com/office/powerpoint/2010/main" val="203371443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0">
                                            <p:bg/>
                                          </p:spTgt>
                                        </p:tgtEl>
                                        <p:attrNameLst>
                                          <p:attrName>style.visibility</p:attrName>
                                        </p:attrNameLst>
                                      </p:cBhvr>
                                      <p:to>
                                        <p:strVal val="visible"/>
                                      </p:to>
                                    </p:set>
                                    <p:animEffect transition="in" filter="blinds(horizontal)">
                                      <p:cBhvr>
                                        <p:cTn id="7" dur="500"/>
                                        <p:tgtEl>
                                          <p:spTgt spid="20">
                                            <p:bg/>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20">
                                            <p:txEl>
                                              <p:pRg st="2" end="2"/>
                                            </p:txEl>
                                          </p:spTgt>
                                        </p:tgtEl>
                                        <p:attrNameLst>
                                          <p:attrName>style.visibility</p:attrName>
                                        </p:attrNameLst>
                                      </p:cBhvr>
                                      <p:to>
                                        <p:strVal val="visible"/>
                                      </p:to>
                                    </p:set>
                                    <p:animEffect transition="in" filter="blinds(horizontal)">
                                      <p:cBhvr>
                                        <p:cTn id="12" dur="500"/>
                                        <p:tgtEl>
                                          <p:spTgt spid="20">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28"/>
                                        </p:tgtEl>
                                        <p:attrNameLst>
                                          <p:attrName>style.visibility</p:attrName>
                                        </p:attrNameLst>
                                      </p:cBhvr>
                                      <p:to>
                                        <p:strVal val="visible"/>
                                      </p:to>
                                    </p:set>
                                    <p:animEffect transition="in" filter="blinds(horizontal)">
                                      <p:cBhvr>
                                        <p:cTn id="17" dur="500"/>
                                        <p:tgtEl>
                                          <p:spTgt spid="28"/>
                                        </p:tgtEl>
                                      </p:cBhvr>
                                    </p:animEffect>
                                  </p:childTnLst>
                                </p:cTn>
                              </p:par>
                              <p:par>
                                <p:cTn id="18" presetID="3" presetClass="entr" presetSubtype="10" fill="hold" grpId="0" nodeType="withEffect">
                                  <p:stCondLst>
                                    <p:cond delay="0"/>
                                  </p:stCondLst>
                                  <p:childTnLst>
                                    <p:set>
                                      <p:cBhvr>
                                        <p:cTn id="19" dur="1" fill="hold">
                                          <p:stCondLst>
                                            <p:cond delay="0"/>
                                          </p:stCondLst>
                                        </p:cTn>
                                        <p:tgtEl>
                                          <p:spTgt spid="32"/>
                                        </p:tgtEl>
                                        <p:attrNameLst>
                                          <p:attrName>style.visibility</p:attrName>
                                        </p:attrNameLst>
                                      </p:cBhvr>
                                      <p:to>
                                        <p:strVal val="visible"/>
                                      </p:to>
                                    </p:set>
                                    <p:animEffect transition="in" filter="blinds(horizontal)">
                                      <p:cBhvr>
                                        <p:cTn id="20" dur="500"/>
                                        <p:tgtEl>
                                          <p:spTgt spid="32"/>
                                        </p:tgtEl>
                                      </p:cBhvr>
                                    </p:animEffect>
                                  </p:childTnLst>
                                </p:cTn>
                              </p:par>
                            </p:childTnLst>
                          </p:cTn>
                        </p:par>
                      </p:childTnLst>
                    </p:cTn>
                  </p:par>
                  <p:par>
                    <p:cTn id="21" fill="hold">
                      <p:stCondLst>
                        <p:cond delay="indefinite"/>
                      </p:stCondLst>
                      <p:childTnLst>
                        <p:par>
                          <p:cTn id="22" fill="hold">
                            <p:stCondLst>
                              <p:cond delay="0"/>
                            </p:stCondLst>
                            <p:childTnLst>
                              <p:par>
                                <p:cTn id="23" presetID="3" presetClass="entr" presetSubtype="10" fill="hold" grpId="0" nodeType="clickEffect">
                                  <p:stCondLst>
                                    <p:cond delay="0"/>
                                  </p:stCondLst>
                                  <p:childTnLst>
                                    <p:set>
                                      <p:cBhvr>
                                        <p:cTn id="24" dur="1" fill="hold">
                                          <p:stCondLst>
                                            <p:cond delay="0"/>
                                          </p:stCondLst>
                                        </p:cTn>
                                        <p:tgtEl>
                                          <p:spTgt spid="45"/>
                                        </p:tgtEl>
                                        <p:attrNameLst>
                                          <p:attrName>style.visibility</p:attrName>
                                        </p:attrNameLst>
                                      </p:cBhvr>
                                      <p:to>
                                        <p:strVal val="visible"/>
                                      </p:to>
                                    </p:set>
                                    <p:animEffect transition="in" filter="blinds(horizontal)">
                                      <p:cBhvr>
                                        <p:cTn id="25" dur="500"/>
                                        <p:tgtEl>
                                          <p:spTgt spid="45"/>
                                        </p:tgtEl>
                                      </p:cBhvr>
                                    </p:animEffect>
                                  </p:childTnLst>
                                </p:cTn>
                              </p:par>
                            </p:childTnLst>
                          </p:cTn>
                        </p:par>
                      </p:childTnLst>
                    </p:cTn>
                  </p:par>
                  <p:par>
                    <p:cTn id="26" fill="hold">
                      <p:stCondLst>
                        <p:cond delay="indefinite"/>
                      </p:stCondLst>
                      <p:childTnLst>
                        <p:par>
                          <p:cTn id="27" fill="hold">
                            <p:stCondLst>
                              <p:cond delay="0"/>
                            </p:stCondLst>
                            <p:childTnLst>
                              <p:par>
                                <p:cTn id="28" presetID="3" presetClass="exit" presetSubtype="10" fill="hold" nodeType="clickEffect">
                                  <p:stCondLst>
                                    <p:cond delay="0"/>
                                  </p:stCondLst>
                                  <p:childTnLst>
                                    <p:animEffect transition="out" filter="blinds(horizontal)">
                                      <p:cBhvr>
                                        <p:cTn id="29" dur="500"/>
                                        <p:tgtEl>
                                          <p:spTgt spid="28"/>
                                        </p:tgtEl>
                                      </p:cBhvr>
                                    </p:animEffect>
                                    <p:set>
                                      <p:cBhvr>
                                        <p:cTn id="30" dur="1" fill="hold">
                                          <p:stCondLst>
                                            <p:cond delay="499"/>
                                          </p:stCondLst>
                                        </p:cTn>
                                        <p:tgtEl>
                                          <p:spTgt spid="28"/>
                                        </p:tgtEl>
                                        <p:attrNameLst>
                                          <p:attrName>style.visibility</p:attrName>
                                        </p:attrNameLst>
                                      </p:cBhvr>
                                      <p:to>
                                        <p:strVal val="hidden"/>
                                      </p:to>
                                    </p:set>
                                  </p:childTnLst>
                                </p:cTn>
                              </p:par>
                              <p:par>
                                <p:cTn id="31" presetID="3" presetClass="exit" presetSubtype="10" fill="hold" grpId="1" nodeType="withEffect">
                                  <p:stCondLst>
                                    <p:cond delay="0"/>
                                  </p:stCondLst>
                                  <p:childTnLst>
                                    <p:animEffect transition="out" filter="blinds(horizontal)">
                                      <p:cBhvr>
                                        <p:cTn id="32" dur="500"/>
                                        <p:tgtEl>
                                          <p:spTgt spid="32"/>
                                        </p:tgtEl>
                                      </p:cBhvr>
                                    </p:animEffect>
                                    <p:set>
                                      <p:cBhvr>
                                        <p:cTn id="33" dur="1" fill="hold">
                                          <p:stCondLst>
                                            <p:cond delay="499"/>
                                          </p:stCondLst>
                                        </p:cTn>
                                        <p:tgtEl>
                                          <p:spTgt spid="32"/>
                                        </p:tgtEl>
                                        <p:attrNameLst>
                                          <p:attrName>style.visibility</p:attrName>
                                        </p:attrNameLst>
                                      </p:cBhvr>
                                      <p:to>
                                        <p:strVal val="hidden"/>
                                      </p:to>
                                    </p:set>
                                  </p:childTnLst>
                                </p:cTn>
                              </p:par>
                            </p:childTnLst>
                          </p:cTn>
                        </p:par>
                      </p:childTnLst>
                    </p:cTn>
                  </p:par>
                  <p:par>
                    <p:cTn id="34" fill="hold">
                      <p:stCondLst>
                        <p:cond delay="indefinite"/>
                      </p:stCondLst>
                      <p:childTnLst>
                        <p:par>
                          <p:cTn id="35" fill="hold">
                            <p:stCondLst>
                              <p:cond delay="0"/>
                            </p:stCondLst>
                            <p:childTnLst>
                              <p:par>
                                <p:cTn id="36" presetID="3" presetClass="entr" presetSubtype="10" fill="hold" grpId="0" nodeType="clickEffect">
                                  <p:stCondLst>
                                    <p:cond delay="0"/>
                                  </p:stCondLst>
                                  <p:childTnLst>
                                    <p:set>
                                      <p:cBhvr>
                                        <p:cTn id="37" dur="1" fill="hold">
                                          <p:stCondLst>
                                            <p:cond delay="0"/>
                                          </p:stCondLst>
                                        </p:cTn>
                                        <p:tgtEl>
                                          <p:spTgt spid="20">
                                            <p:txEl>
                                              <p:pRg st="3" end="3"/>
                                            </p:txEl>
                                          </p:spTgt>
                                        </p:tgtEl>
                                        <p:attrNameLst>
                                          <p:attrName>style.visibility</p:attrName>
                                        </p:attrNameLst>
                                      </p:cBhvr>
                                      <p:to>
                                        <p:strVal val="visible"/>
                                      </p:to>
                                    </p:set>
                                    <p:animEffect transition="in" filter="blinds(horizontal)">
                                      <p:cBhvr>
                                        <p:cTn id="38" dur="500"/>
                                        <p:tgtEl>
                                          <p:spTgt spid="20">
                                            <p:txEl>
                                              <p:pRg st="3" end="3"/>
                                            </p:txEl>
                                          </p:spTgt>
                                        </p:tgtEl>
                                      </p:cBhvr>
                                    </p:animEffect>
                                  </p:childTnLst>
                                </p:cTn>
                              </p:par>
                            </p:childTnLst>
                          </p:cTn>
                        </p:par>
                      </p:childTnLst>
                    </p:cTn>
                  </p:par>
                  <p:par>
                    <p:cTn id="39" fill="hold">
                      <p:stCondLst>
                        <p:cond delay="indefinite"/>
                      </p:stCondLst>
                      <p:childTnLst>
                        <p:par>
                          <p:cTn id="40" fill="hold">
                            <p:stCondLst>
                              <p:cond delay="0"/>
                            </p:stCondLst>
                            <p:childTnLst>
                              <p:par>
                                <p:cTn id="41" presetID="3" presetClass="entr" presetSubtype="10" fill="hold" nodeType="clickEffect">
                                  <p:stCondLst>
                                    <p:cond delay="0"/>
                                  </p:stCondLst>
                                  <p:childTnLst>
                                    <p:set>
                                      <p:cBhvr>
                                        <p:cTn id="42" dur="1" fill="hold">
                                          <p:stCondLst>
                                            <p:cond delay="0"/>
                                          </p:stCondLst>
                                        </p:cTn>
                                        <p:tgtEl>
                                          <p:spTgt spid="6"/>
                                        </p:tgtEl>
                                        <p:attrNameLst>
                                          <p:attrName>style.visibility</p:attrName>
                                        </p:attrNameLst>
                                      </p:cBhvr>
                                      <p:to>
                                        <p:strVal val="visible"/>
                                      </p:to>
                                    </p:set>
                                    <p:animEffect transition="in" filter="blinds(horizontal)">
                                      <p:cBhvr>
                                        <p:cTn id="43" dur="500"/>
                                        <p:tgtEl>
                                          <p:spTgt spid="6"/>
                                        </p:tgtEl>
                                      </p:cBhvr>
                                    </p:animEffect>
                                  </p:childTnLst>
                                </p:cTn>
                              </p:par>
                            </p:childTnLst>
                          </p:cTn>
                        </p:par>
                        <p:par>
                          <p:cTn id="44" fill="hold">
                            <p:stCondLst>
                              <p:cond delay="500"/>
                            </p:stCondLst>
                            <p:childTnLst>
                              <p:par>
                                <p:cTn id="45" presetID="3" presetClass="entr" presetSubtype="10" fill="hold" nodeType="afterEffect">
                                  <p:stCondLst>
                                    <p:cond delay="0"/>
                                  </p:stCondLst>
                                  <p:childTnLst>
                                    <p:set>
                                      <p:cBhvr>
                                        <p:cTn id="46" dur="1" fill="hold">
                                          <p:stCondLst>
                                            <p:cond delay="0"/>
                                          </p:stCondLst>
                                        </p:cTn>
                                        <p:tgtEl>
                                          <p:spTgt spid="53"/>
                                        </p:tgtEl>
                                        <p:attrNameLst>
                                          <p:attrName>style.visibility</p:attrName>
                                        </p:attrNameLst>
                                      </p:cBhvr>
                                      <p:to>
                                        <p:strVal val="visible"/>
                                      </p:to>
                                    </p:set>
                                    <p:animEffect transition="in" filter="blinds(horizontal)">
                                      <p:cBhvr>
                                        <p:cTn id="47" dur="500"/>
                                        <p:tgtEl>
                                          <p:spTgt spid="53"/>
                                        </p:tgtEl>
                                      </p:cBhvr>
                                    </p:animEffect>
                                  </p:childTnLst>
                                </p:cTn>
                              </p:par>
                            </p:childTnLst>
                          </p:cTn>
                        </p:par>
                      </p:childTnLst>
                    </p:cTn>
                  </p:par>
                  <p:par>
                    <p:cTn id="48" fill="hold">
                      <p:stCondLst>
                        <p:cond delay="indefinite"/>
                      </p:stCondLst>
                      <p:childTnLst>
                        <p:par>
                          <p:cTn id="49" fill="hold">
                            <p:stCondLst>
                              <p:cond delay="0"/>
                            </p:stCondLst>
                            <p:childTnLst>
                              <p:par>
                                <p:cTn id="50" presetID="3" presetClass="entr" presetSubtype="10" fill="hold" grpId="0" nodeType="clickEffect">
                                  <p:stCondLst>
                                    <p:cond delay="0"/>
                                  </p:stCondLst>
                                  <p:childTnLst>
                                    <p:set>
                                      <p:cBhvr>
                                        <p:cTn id="51" dur="1" fill="hold">
                                          <p:stCondLst>
                                            <p:cond delay="0"/>
                                          </p:stCondLst>
                                        </p:cTn>
                                        <p:tgtEl>
                                          <p:spTgt spid="34"/>
                                        </p:tgtEl>
                                        <p:attrNameLst>
                                          <p:attrName>style.visibility</p:attrName>
                                        </p:attrNameLst>
                                      </p:cBhvr>
                                      <p:to>
                                        <p:strVal val="visible"/>
                                      </p:to>
                                    </p:set>
                                    <p:animEffect transition="in" filter="blinds(horizontal)">
                                      <p:cBhvr>
                                        <p:cTn id="52" dur="500"/>
                                        <p:tgtEl>
                                          <p:spTgt spid="34"/>
                                        </p:tgtEl>
                                      </p:cBhvr>
                                    </p:animEffect>
                                  </p:childTnLst>
                                </p:cTn>
                              </p:par>
                            </p:childTnLst>
                          </p:cTn>
                        </p:par>
                      </p:childTnLst>
                    </p:cTn>
                  </p:par>
                  <p:par>
                    <p:cTn id="53" fill="hold">
                      <p:stCondLst>
                        <p:cond delay="indefinite"/>
                      </p:stCondLst>
                      <p:childTnLst>
                        <p:par>
                          <p:cTn id="54" fill="hold">
                            <p:stCondLst>
                              <p:cond delay="0"/>
                            </p:stCondLst>
                            <p:childTnLst>
                              <p:par>
                                <p:cTn id="55" presetID="3" presetClass="exit" presetSubtype="10" fill="hold" grpId="1" nodeType="clickEffect">
                                  <p:stCondLst>
                                    <p:cond delay="0"/>
                                  </p:stCondLst>
                                  <p:childTnLst>
                                    <p:animEffect transition="out" filter="blinds(horizontal)">
                                      <p:cBhvr>
                                        <p:cTn id="56" dur="500"/>
                                        <p:tgtEl>
                                          <p:spTgt spid="34"/>
                                        </p:tgtEl>
                                      </p:cBhvr>
                                    </p:animEffect>
                                    <p:set>
                                      <p:cBhvr>
                                        <p:cTn id="57" dur="1" fill="hold">
                                          <p:stCondLst>
                                            <p:cond delay="499"/>
                                          </p:stCondLst>
                                        </p:cTn>
                                        <p:tgtEl>
                                          <p:spTgt spid="34"/>
                                        </p:tgtEl>
                                        <p:attrNameLst>
                                          <p:attrName>style.visibility</p:attrName>
                                        </p:attrNameLst>
                                      </p:cBhvr>
                                      <p:to>
                                        <p:strVal val="hidden"/>
                                      </p:to>
                                    </p:set>
                                  </p:childTnLst>
                                </p:cTn>
                              </p:par>
                            </p:childTnLst>
                          </p:cTn>
                        </p:par>
                      </p:childTnLst>
                    </p:cTn>
                  </p:par>
                  <p:par>
                    <p:cTn id="58" fill="hold">
                      <p:stCondLst>
                        <p:cond delay="indefinite"/>
                      </p:stCondLst>
                      <p:childTnLst>
                        <p:par>
                          <p:cTn id="59" fill="hold">
                            <p:stCondLst>
                              <p:cond delay="0"/>
                            </p:stCondLst>
                            <p:childTnLst>
                              <p:par>
                                <p:cTn id="60" presetID="3" presetClass="entr" presetSubtype="10" fill="hold" grpId="0" nodeType="clickEffect">
                                  <p:stCondLst>
                                    <p:cond delay="0"/>
                                  </p:stCondLst>
                                  <p:childTnLst>
                                    <p:set>
                                      <p:cBhvr>
                                        <p:cTn id="61" dur="1" fill="hold">
                                          <p:stCondLst>
                                            <p:cond delay="0"/>
                                          </p:stCondLst>
                                        </p:cTn>
                                        <p:tgtEl>
                                          <p:spTgt spid="20">
                                            <p:txEl>
                                              <p:pRg st="4" end="4"/>
                                            </p:txEl>
                                          </p:spTgt>
                                        </p:tgtEl>
                                        <p:attrNameLst>
                                          <p:attrName>style.visibility</p:attrName>
                                        </p:attrNameLst>
                                      </p:cBhvr>
                                      <p:to>
                                        <p:strVal val="visible"/>
                                      </p:to>
                                    </p:set>
                                    <p:animEffect transition="in" filter="blinds(horizontal)">
                                      <p:cBhvr>
                                        <p:cTn id="62" dur="500"/>
                                        <p:tgtEl>
                                          <p:spTgt spid="20">
                                            <p:txEl>
                                              <p:pRg st="4" end="4"/>
                                            </p:txEl>
                                          </p:spTgt>
                                        </p:tgtEl>
                                      </p:cBhvr>
                                    </p:animEffect>
                                  </p:childTnLst>
                                </p:cTn>
                              </p:par>
                            </p:childTnLst>
                          </p:cTn>
                        </p:par>
                      </p:childTnLst>
                    </p:cTn>
                  </p:par>
                  <p:par>
                    <p:cTn id="63" fill="hold">
                      <p:stCondLst>
                        <p:cond delay="indefinite"/>
                      </p:stCondLst>
                      <p:childTnLst>
                        <p:par>
                          <p:cTn id="64" fill="hold">
                            <p:stCondLst>
                              <p:cond delay="0"/>
                            </p:stCondLst>
                            <p:childTnLst>
                              <p:par>
                                <p:cTn id="65" presetID="3" presetClass="entr" presetSubtype="10" fill="hold" grpId="0" nodeType="clickEffect">
                                  <p:stCondLst>
                                    <p:cond delay="0"/>
                                  </p:stCondLst>
                                  <p:childTnLst>
                                    <p:set>
                                      <p:cBhvr>
                                        <p:cTn id="66" dur="1" fill="hold">
                                          <p:stCondLst>
                                            <p:cond delay="0"/>
                                          </p:stCondLst>
                                        </p:cTn>
                                        <p:tgtEl>
                                          <p:spTgt spid="20">
                                            <p:txEl>
                                              <p:pRg st="5" end="5"/>
                                            </p:txEl>
                                          </p:spTgt>
                                        </p:tgtEl>
                                        <p:attrNameLst>
                                          <p:attrName>style.visibility</p:attrName>
                                        </p:attrNameLst>
                                      </p:cBhvr>
                                      <p:to>
                                        <p:strVal val="visible"/>
                                      </p:to>
                                    </p:set>
                                    <p:animEffect transition="in" filter="blinds(horizontal)">
                                      <p:cBhvr>
                                        <p:cTn id="67" dur="500"/>
                                        <p:tgtEl>
                                          <p:spTgt spid="20">
                                            <p:txEl>
                                              <p:pRg st="5" end="5"/>
                                            </p:txEl>
                                          </p:spTgt>
                                        </p:tgtEl>
                                      </p:cBhvr>
                                    </p:animEffect>
                                  </p:childTnLst>
                                </p:cTn>
                              </p:par>
                            </p:childTnLst>
                          </p:cTn>
                        </p:par>
                      </p:childTnLst>
                    </p:cTn>
                  </p:par>
                  <p:par>
                    <p:cTn id="68" fill="hold">
                      <p:stCondLst>
                        <p:cond delay="indefinite"/>
                      </p:stCondLst>
                      <p:childTnLst>
                        <p:par>
                          <p:cTn id="69" fill="hold">
                            <p:stCondLst>
                              <p:cond delay="0"/>
                            </p:stCondLst>
                            <p:childTnLst>
                              <p:par>
                                <p:cTn id="70" presetID="3" presetClass="entr" presetSubtype="10" fill="hold" grpId="0" nodeType="clickEffect">
                                  <p:stCondLst>
                                    <p:cond delay="0"/>
                                  </p:stCondLst>
                                  <p:childTnLst>
                                    <p:set>
                                      <p:cBhvr>
                                        <p:cTn id="71" dur="1" fill="hold">
                                          <p:stCondLst>
                                            <p:cond delay="0"/>
                                          </p:stCondLst>
                                        </p:cTn>
                                        <p:tgtEl>
                                          <p:spTgt spid="46"/>
                                        </p:tgtEl>
                                        <p:attrNameLst>
                                          <p:attrName>style.visibility</p:attrName>
                                        </p:attrNameLst>
                                      </p:cBhvr>
                                      <p:to>
                                        <p:strVal val="visible"/>
                                      </p:to>
                                    </p:set>
                                    <p:animEffect transition="in" filter="blinds(horizontal)">
                                      <p:cBhvr>
                                        <p:cTn id="72" dur="500"/>
                                        <p:tgtEl>
                                          <p:spTgt spid="46"/>
                                        </p:tgtEl>
                                      </p:cBhvr>
                                    </p:animEffect>
                                  </p:childTnLst>
                                </p:cTn>
                              </p:par>
                              <p:par>
                                <p:cTn id="73" presetID="3" presetClass="entr" presetSubtype="10" fill="hold" grpId="0" nodeType="withEffect">
                                  <p:stCondLst>
                                    <p:cond delay="0"/>
                                  </p:stCondLst>
                                  <p:childTnLst>
                                    <p:set>
                                      <p:cBhvr>
                                        <p:cTn id="74" dur="1" fill="hold">
                                          <p:stCondLst>
                                            <p:cond delay="0"/>
                                          </p:stCondLst>
                                        </p:cTn>
                                        <p:tgtEl>
                                          <p:spTgt spid="50"/>
                                        </p:tgtEl>
                                        <p:attrNameLst>
                                          <p:attrName>style.visibility</p:attrName>
                                        </p:attrNameLst>
                                      </p:cBhvr>
                                      <p:to>
                                        <p:strVal val="visible"/>
                                      </p:to>
                                    </p:set>
                                    <p:animEffect transition="in" filter="blinds(horizontal)">
                                      <p:cBhvr>
                                        <p:cTn id="75" dur="500"/>
                                        <p:tgtEl>
                                          <p:spTgt spid="50"/>
                                        </p:tgtEl>
                                      </p:cBhvr>
                                    </p:animEffect>
                                  </p:childTnLst>
                                </p:cTn>
                              </p:par>
                            </p:childTnLst>
                          </p:cTn>
                        </p:par>
                      </p:childTnLst>
                    </p:cTn>
                  </p:par>
                  <p:par>
                    <p:cTn id="76" fill="hold">
                      <p:stCondLst>
                        <p:cond delay="indefinite"/>
                      </p:stCondLst>
                      <p:childTnLst>
                        <p:par>
                          <p:cTn id="77" fill="hold">
                            <p:stCondLst>
                              <p:cond delay="0"/>
                            </p:stCondLst>
                            <p:childTnLst>
                              <p:par>
                                <p:cTn id="78" presetID="3" presetClass="exit" presetSubtype="10" fill="hold" grpId="1" nodeType="clickEffect">
                                  <p:stCondLst>
                                    <p:cond delay="0"/>
                                  </p:stCondLst>
                                  <p:childTnLst>
                                    <p:animEffect transition="out" filter="blinds(horizontal)">
                                      <p:cBhvr>
                                        <p:cTn id="79" dur="500"/>
                                        <p:tgtEl>
                                          <p:spTgt spid="50"/>
                                        </p:tgtEl>
                                      </p:cBhvr>
                                    </p:animEffect>
                                    <p:set>
                                      <p:cBhvr>
                                        <p:cTn id="80" dur="1" fill="hold">
                                          <p:stCondLst>
                                            <p:cond delay="499"/>
                                          </p:stCondLst>
                                        </p:cTn>
                                        <p:tgtEl>
                                          <p:spTgt spid="50"/>
                                        </p:tgtEl>
                                        <p:attrNameLst>
                                          <p:attrName>style.visibility</p:attrName>
                                        </p:attrNameLst>
                                      </p:cBhvr>
                                      <p:to>
                                        <p:strVal val="hidden"/>
                                      </p:to>
                                    </p:set>
                                  </p:childTnLst>
                                </p:cTn>
                              </p:par>
                            </p:childTnLst>
                          </p:cTn>
                        </p:par>
                      </p:childTnLst>
                    </p:cTn>
                  </p:par>
                  <p:par>
                    <p:cTn id="81" fill="hold">
                      <p:stCondLst>
                        <p:cond delay="indefinite"/>
                      </p:stCondLst>
                      <p:childTnLst>
                        <p:par>
                          <p:cTn id="82" fill="hold">
                            <p:stCondLst>
                              <p:cond delay="0"/>
                            </p:stCondLst>
                            <p:childTnLst>
                              <p:par>
                                <p:cTn id="83" presetID="3" presetClass="entr" presetSubtype="10" fill="hold" grpId="0" nodeType="clickEffect">
                                  <p:stCondLst>
                                    <p:cond delay="0"/>
                                  </p:stCondLst>
                                  <p:childTnLst>
                                    <p:set>
                                      <p:cBhvr>
                                        <p:cTn id="84" dur="1" fill="hold">
                                          <p:stCondLst>
                                            <p:cond delay="0"/>
                                          </p:stCondLst>
                                        </p:cTn>
                                        <p:tgtEl>
                                          <p:spTgt spid="47"/>
                                        </p:tgtEl>
                                        <p:attrNameLst>
                                          <p:attrName>style.visibility</p:attrName>
                                        </p:attrNameLst>
                                      </p:cBhvr>
                                      <p:to>
                                        <p:strVal val="visible"/>
                                      </p:to>
                                    </p:set>
                                    <p:animEffect transition="in" filter="blinds(horizontal)">
                                      <p:cBhvr>
                                        <p:cTn id="85" dur="500"/>
                                        <p:tgtEl>
                                          <p:spTgt spid="47"/>
                                        </p:tgtEl>
                                      </p:cBhvr>
                                    </p:animEffect>
                                  </p:childTnLst>
                                </p:cTn>
                              </p:par>
                            </p:childTnLst>
                          </p:cTn>
                        </p:par>
                      </p:childTnLst>
                    </p:cTn>
                  </p:par>
                  <p:par>
                    <p:cTn id="86" fill="hold">
                      <p:stCondLst>
                        <p:cond delay="indefinite"/>
                      </p:stCondLst>
                      <p:childTnLst>
                        <p:par>
                          <p:cTn id="87" fill="hold">
                            <p:stCondLst>
                              <p:cond delay="0"/>
                            </p:stCondLst>
                            <p:childTnLst>
                              <p:par>
                                <p:cTn id="88" presetID="3" presetClass="entr" presetSubtype="10" fill="hold" grpId="0" nodeType="clickEffect">
                                  <p:stCondLst>
                                    <p:cond delay="0"/>
                                  </p:stCondLst>
                                  <p:childTnLst>
                                    <p:set>
                                      <p:cBhvr>
                                        <p:cTn id="89" dur="1" fill="hold">
                                          <p:stCondLst>
                                            <p:cond delay="0"/>
                                          </p:stCondLst>
                                        </p:cTn>
                                        <p:tgtEl>
                                          <p:spTgt spid="48"/>
                                        </p:tgtEl>
                                        <p:attrNameLst>
                                          <p:attrName>style.visibility</p:attrName>
                                        </p:attrNameLst>
                                      </p:cBhvr>
                                      <p:to>
                                        <p:strVal val="visible"/>
                                      </p:to>
                                    </p:set>
                                    <p:animEffect transition="in" filter="blinds(horizontal)">
                                      <p:cBhvr>
                                        <p:cTn id="90" dur="500"/>
                                        <p:tgtEl>
                                          <p:spTgt spid="48"/>
                                        </p:tgtEl>
                                      </p:cBhvr>
                                    </p:animEffect>
                                  </p:childTnLst>
                                </p:cTn>
                              </p:par>
                              <p:par>
                                <p:cTn id="91" presetID="3" presetClass="entr" presetSubtype="10" fill="hold" grpId="0" nodeType="withEffect">
                                  <p:stCondLst>
                                    <p:cond delay="0"/>
                                  </p:stCondLst>
                                  <p:childTnLst>
                                    <p:set>
                                      <p:cBhvr>
                                        <p:cTn id="92" dur="1" fill="hold">
                                          <p:stCondLst>
                                            <p:cond delay="0"/>
                                          </p:stCondLst>
                                        </p:cTn>
                                        <p:tgtEl>
                                          <p:spTgt spid="49"/>
                                        </p:tgtEl>
                                        <p:attrNameLst>
                                          <p:attrName>style.visibility</p:attrName>
                                        </p:attrNameLst>
                                      </p:cBhvr>
                                      <p:to>
                                        <p:strVal val="visible"/>
                                      </p:to>
                                    </p:set>
                                    <p:animEffect transition="in" filter="blinds(horizontal)">
                                      <p:cBhvr>
                                        <p:cTn id="93" dur="500"/>
                                        <p:tgtEl>
                                          <p:spTgt spid="49"/>
                                        </p:tgtEl>
                                      </p:cBhvr>
                                    </p:animEffect>
                                  </p:childTnLst>
                                </p:cTn>
                              </p:par>
                            </p:childTnLst>
                          </p:cTn>
                        </p:par>
                        <p:par>
                          <p:cTn id="94" fill="hold">
                            <p:stCondLst>
                              <p:cond delay="500"/>
                            </p:stCondLst>
                            <p:childTnLst>
                              <p:par>
                                <p:cTn id="95" presetID="3" presetClass="entr" presetSubtype="10" fill="hold" nodeType="afterEffect">
                                  <p:stCondLst>
                                    <p:cond delay="0"/>
                                  </p:stCondLst>
                                  <p:childTnLst>
                                    <p:set>
                                      <p:cBhvr>
                                        <p:cTn id="96" dur="1" fill="hold">
                                          <p:stCondLst>
                                            <p:cond delay="0"/>
                                          </p:stCondLst>
                                        </p:cTn>
                                        <p:tgtEl>
                                          <p:spTgt spid="56"/>
                                        </p:tgtEl>
                                        <p:attrNameLst>
                                          <p:attrName>style.visibility</p:attrName>
                                        </p:attrNameLst>
                                      </p:cBhvr>
                                      <p:to>
                                        <p:strVal val="visible"/>
                                      </p:to>
                                    </p:set>
                                    <p:animEffect transition="in" filter="blinds(horizontal)">
                                      <p:cBhvr>
                                        <p:cTn id="97" dur="500"/>
                                        <p:tgtEl>
                                          <p:spTgt spid="56"/>
                                        </p:tgtEl>
                                      </p:cBhvr>
                                    </p:animEffect>
                                  </p:childTnLst>
                                </p:cTn>
                              </p:par>
                            </p:childTnLst>
                          </p:cTn>
                        </p:par>
                      </p:childTnLst>
                    </p:cTn>
                  </p:par>
                  <p:par>
                    <p:cTn id="98" fill="hold">
                      <p:stCondLst>
                        <p:cond delay="indefinite"/>
                      </p:stCondLst>
                      <p:childTnLst>
                        <p:par>
                          <p:cTn id="99" fill="hold">
                            <p:stCondLst>
                              <p:cond delay="0"/>
                            </p:stCondLst>
                            <p:childTnLst>
                              <p:par>
                                <p:cTn id="100" presetID="3" presetClass="exit" presetSubtype="10" fill="hold" grpId="1" nodeType="clickEffect">
                                  <p:stCondLst>
                                    <p:cond delay="0"/>
                                  </p:stCondLst>
                                  <p:childTnLst>
                                    <p:animEffect transition="out" filter="blinds(horizontal)">
                                      <p:cBhvr>
                                        <p:cTn id="101" dur="500"/>
                                        <p:tgtEl>
                                          <p:spTgt spid="49"/>
                                        </p:tgtEl>
                                      </p:cBhvr>
                                    </p:animEffect>
                                    <p:set>
                                      <p:cBhvr>
                                        <p:cTn id="102" dur="1" fill="hold">
                                          <p:stCondLst>
                                            <p:cond delay="499"/>
                                          </p:stCondLst>
                                        </p:cTn>
                                        <p:tgtEl>
                                          <p:spTgt spid="49"/>
                                        </p:tgtEl>
                                        <p:attrNameLst>
                                          <p:attrName>style.visibility</p:attrName>
                                        </p:attrNameLst>
                                      </p:cBhvr>
                                      <p:to>
                                        <p:strVal val="hidden"/>
                                      </p:to>
                                    </p:set>
                                  </p:childTnLst>
                                </p:cTn>
                              </p:par>
                            </p:childTnLst>
                          </p:cTn>
                        </p:par>
                      </p:childTnLst>
                    </p:cTn>
                  </p:par>
                  <p:par>
                    <p:cTn id="103" fill="hold">
                      <p:stCondLst>
                        <p:cond delay="indefinite"/>
                      </p:stCondLst>
                      <p:childTnLst>
                        <p:par>
                          <p:cTn id="104" fill="hold">
                            <p:stCondLst>
                              <p:cond delay="0"/>
                            </p:stCondLst>
                            <p:childTnLst>
                              <p:par>
                                <p:cTn id="105" presetID="3" presetClass="entr" presetSubtype="10" fill="hold" grpId="1" nodeType="clickEffect">
                                  <p:stCondLst>
                                    <p:cond delay="0"/>
                                  </p:stCondLst>
                                  <p:childTnLst>
                                    <p:set>
                                      <p:cBhvr>
                                        <p:cTn id="106" dur="1" fill="hold">
                                          <p:stCondLst>
                                            <p:cond delay="0"/>
                                          </p:stCondLst>
                                        </p:cTn>
                                        <p:tgtEl>
                                          <p:spTgt spid="33">
                                            <p:bg/>
                                          </p:spTgt>
                                        </p:tgtEl>
                                        <p:attrNameLst>
                                          <p:attrName>style.visibility</p:attrName>
                                        </p:attrNameLst>
                                      </p:cBhvr>
                                      <p:to>
                                        <p:strVal val="visible"/>
                                      </p:to>
                                    </p:set>
                                    <p:animEffect transition="in" filter="blinds(horizontal)">
                                      <p:cBhvr>
                                        <p:cTn id="107" dur="500"/>
                                        <p:tgtEl>
                                          <p:spTgt spid="33">
                                            <p:bg/>
                                          </p:spTgt>
                                        </p:tgtEl>
                                      </p:cBhvr>
                                    </p:animEffect>
                                  </p:childTnLst>
                                </p:cTn>
                              </p:par>
                              <p:par>
                                <p:cTn id="108" presetID="3" presetClass="entr" presetSubtype="10" fill="hold" grpId="1" nodeType="withEffect">
                                  <p:stCondLst>
                                    <p:cond delay="0"/>
                                  </p:stCondLst>
                                  <p:childTnLst>
                                    <p:set>
                                      <p:cBhvr>
                                        <p:cTn id="109" dur="1" fill="hold">
                                          <p:stCondLst>
                                            <p:cond delay="0"/>
                                          </p:stCondLst>
                                        </p:cTn>
                                        <p:tgtEl>
                                          <p:spTgt spid="33">
                                            <p:txEl>
                                              <p:pRg st="2" end="2"/>
                                            </p:txEl>
                                          </p:spTgt>
                                        </p:tgtEl>
                                        <p:attrNameLst>
                                          <p:attrName>style.visibility</p:attrName>
                                        </p:attrNameLst>
                                      </p:cBhvr>
                                      <p:to>
                                        <p:strVal val="visible"/>
                                      </p:to>
                                    </p:set>
                                    <p:animEffect transition="in" filter="blinds(horizontal)">
                                      <p:cBhvr>
                                        <p:cTn id="110" dur="500"/>
                                        <p:tgtEl>
                                          <p:spTgt spid="33">
                                            <p:txEl>
                                              <p:pRg st="2" end="2"/>
                                            </p:txEl>
                                          </p:spTgt>
                                        </p:tgtEl>
                                      </p:cBhvr>
                                    </p:animEffect>
                                  </p:childTnLst>
                                </p:cTn>
                              </p:par>
                              <p:par>
                                <p:cTn id="111" presetID="3" presetClass="entr" presetSubtype="10" fill="hold" grpId="1" nodeType="withEffect">
                                  <p:stCondLst>
                                    <p:cond delay="0"/>
                                  </p:stCondLst>
                                  <p:childTnLst>
                                    <p:set>
                                      <p:cBhvr>
                                        <p:cTn id="112" dur="1" fill="hold">
                                          <p:stCondLst>
                                            <p:cond delay="0"/>
                                          </p:stCondLst>
                                        </p:cTn>
                                        <p:tgtEl>
                                          <p:spTgt spid="33">
                                            <p:txEl>
                                              <p:pRg st="3" end="3"/>
                                            </p:txEl>
                                          </p:spTgt>
                                        </p:tgtEl>
                                        <p:attrNameLst>
                                          <p:attrName>style.visibility</p:attrName>
                                        </p:attrNameLst>
                                      </p:cBhvr>
                                      <p:to>
                                        <p:strVal val="visible"/>
                                      </p:to>
                                    </p:set>
                                    <p:animEffect transition="in" filter="blinds(horizontal)">
                                      <p:cBhvr>
                                        <p:cTn id="113" dur="500"/>
                                        <p:tgtEl>
                                          <p:spTgt spid="33">
                                            <p:txEl>
                                              <p:pRg st="3" end="3"/>
                                            </p:txEl>
                                          </p:spTgt>
                                        </p:tgtEl>
                                      </p:cBhvr>
                                    </p:animEffect>
                                  </p:childTnLst>
                                </p:cTn>
                              </p:par>
                              <p:par>
                                <p:cTn id="114" presetID="3" presetClass="entr" presetSubtype="10" fill="hold" grpId="1" nodeType="withEffect">
                                  <p:stCondLst>
                                    <p:cond delay="0"/>
                                  </p:stCondLst>
                                  <p:childTnLst>
                                    <p:set>
                                      <p:cBhvr>
                                        <p:cTn id="115" dur="1" fill="hold">
                                          <p:stCondLst>
                                            <p:cond delay="0"/>
                                          </p:stCondLst>
                                        </p:cTn>
                                        <p:tgtEl>
                                          <p:spTgt spid="33">
                                            <p:txEl>
                                              <p:pRg st="4" end="4"/>
                                            </p:txEl>
                                          </p:spTgt>
                                        </p:tgtEl>
                                        <p:attrNameLst>
                                          <p:attrName>style.visibility</p:attrName>
                                        </p:attrNameLst>
                                      </p:cBhvr>
                                      <p:to>
                                        <p:strVal val="visible"/>
                                      </p:to>
                                    </p:set>
                                    <p:animEffect transition="in" filter="blinds(horizontal)">
                                      <p:cBhvr>
                                        <p:cTn id="116" dur="500"/>
                                        <p:tgtEl>
                                          <p:spTgt spid="33">
                                            <p:txEl>
                                              <p:pRg st="4" end="4"/>
                                            </p:txEl>
                                          </p:spTgt>
                                        </p:tgtEl>
                                      </p:cBhvr>
                                    </p:animEffect>
                                  </p:childTnLst>
                                </p:cTn>
                              </p:par>
                              <p:par>
                                <p:cTn id="117" presetID="3" presetClass="entr" presetSubtype="10" fill="hold" grpId="1" nodeType="withEffect">
                                  <p:stCondLst>
                                    <p:cond delay="0"/>
                                  </p:stCondLst>
                                  <p:childTnLst>
                                    <p:set>
                                      <p:cBhvr>
                                        <p:cTn id="118" dur="1" fill="hold">
                                          <p:stCondLst>
                                            <p:cond delay="0"/>
                                          </p:stCondLst>
                                        </p:cTn>
                                        <p:tgtEl>
                                          <p:spTgt spid="33">
                                            <p:txEl>
                                              <p:pRg st="7" end="7"/>
                                            </p:txEl>
                                          </p:spTgt>
                                        </p:tgtEl>
                                        <p:attrNameLst>
                                          <p:attrName>style.visibility</p:attrName>
                                        </p:attrNameLst>
                                      </p:cBhvr>
                                      <p:to>
                                        <p:strVal val="visible"/>
                                      </p:to>
                                    </p:set>
                                    <p:animEffect transition="in" filter="blinds(horizontal)">
                                      <p:cBhvr>
                                        <p:cTn id="119" dur="500"/>
                                        <p:tgtEl>
                                          <p:spTgt spid="33">
                                            <p:txEl>
                                              <p:pRg st="7" end="7"/>
                                            </p:txEl>
                                          </p:spTgt>
                                        </p:tgtEl>
                                      </p:cBhvr>
                                    </p:animEffect>
                                  </p:childTnLst>
                                </p:cTn>
                              </p:par>
                              <p:par>
                                <p:cTn id="120" presetID="3" presetClass="entr" presetSubtype="10" fill="hold" grpId="1" nodeType="withEffect">
                                  <p:stCondLst>
                                    <p:cond delay="0"/>
                                  </p:stCondLst>
                                  <p:childTnLst>
                                    <p:set>
                                      <p:cBhvr>
                                        <p:cTn id="121" dur="1" fill="hold">
                                          <p:stCondLst>
                                            <p:cond delay="0"/>
                                          </p:stCondLst>
                                        </p:cTn>
                                        <p:tgtEl>
                                          <p:spTgt spid="33">
                                            <p:txEl>
                                              <p:pRg st="8" end="8"/>
                                            </p:txEl>
                                          </p:spTgt>
                                        </p:tgtEl>
                                        <p:attrNameLst>
                                          <p:attrName>style.visibility</p:attrName>
                                        </p:attrNameLst>
                                      </p:cBhvr>
                                      <p:to>
                                        <p:strVal val="visible"/>
                                      </p:to>
                                    </p:set>
                                    <p:animEffect transition="in" filter="blinds(horizontal)">
                                      <p:cBhvr>
                                        <p:cTn id="122" dur="500"/>
                                        <p:tgtEl>
                                          <p:spTgt spid="33">
                                            <p:txEl>
                                              <p:pRg st="8" end="8"/>
                                            </p:txEl>
                                          </p:spTgt>
                                        </p:tgtEl>
                                      </p:cBhvr>
                                    </p:animEffect>
                                  </p:childTnLst>
                                </p:cTn>
                              </p:par>
                            </p:childTnLst>
                          </p:cTn>
                        </p:par>
                      </p:childTnLst>
                    </p:cTn>
                  </p:par>
                  <p:par>
                    <p:cTn id="123" fill="hold">
                      <p:stCondLst>
                        <p:cond delay="indefinite"/>
                      </p:stCondLst>
                      <p:childTnLst>
                        <p:par>
                          <p:cTn id="124" fill="hold">
                            <p:stCondLst>
                              <p:cond delay="0"/>
                            </p:stCondLst>
                            <p:childTnLst>
                              <p:par>
                                <p:cTn id="125" presetID="3" presetClass="entr" presetSubtype="10" fill="hold" grpId="0" nodeType="clickEffect">
                                  <p:stCondLst>
                                    <p:cond delay="0"/>
                                  </p:stCondLst>
                                  <p:childTnLst>
                                    <p:set>
                                      <p:cBhvr>
                                        <p:cTn id="126" dur="1" fill="hold">
                                          <p:stCondLst>
                                            <p:cond delay="0"/>
                                          </p:stCondLst>
                                        </p:cTn>
                                        <p:tgtEl>
                                          <p:spTgt spid="33">
                                            <p:bg/>
                                          </p:spTgt>
                                        </p:tgtEl>
                                        <p:attrNameLst>
                                          <p:attrName>style.visibility</p:attrName>
                                        </p:attrNameLst>
                                      </p:cBhvr>
                                      <p:to>
                                        <p:strVal val="visible"/>
                                      </p:to>
                                    </p:set>
                                    <p:animEffect transition="in" filter="blinds(horizontal)">
                                      <p:cBhvr>
                                        <p:cTn id="127" dur="500"/>
                                        <p:tgtEl>
                                          <p:spTgt spid="33">
                                            <p:bg/>
                                          </p:spTgt>
                                        </p:tgtEl>
                                      </p:cBhvr>
                                    </p:animEffect>
                                  </p:childTnLst>
                                </p:cTn>
                              </p:par>
                              <p:par>
                                <p:cTn id="128" presetID="3" presetClass="entr" presetSubtype="10" fill="hold" grpId="0" nodeType="withEffect">
                                  <p:stCondLst>
                                    <p:cond delay="0"/>
                                  </p:stCondLst>
                                  <p:childTnLst>
                                    <p:set>
                                      <p:cBhvr>
                                        <p:cTn id="129" dur="1" fill="hold">
                                          <p:stCondLst>
                                            <p:cond delay="0"/>
                                          </p:stCondLst>
                                        </p:cTn>
                                        <p:tgtEl>
                                          <p:spTgt spid="33">
                                            <p:txEl>
                                              <p:pRg st="5" end="5"/>
                                            </p:txEl>
                                          </p:spTgt>
                                        </p:tgtEl>
                                        <p:attrNameLst>
                                          <p:attrName>style.visibility</p:attrName>
                                        </p:attrNameLst>
                                      </p:cBhvr>
                                      <p:to>
                                        <p:strVal val="visible"/>
                                      </p:to>
                                    </p:set>
                                    <p:animEffect transition="in" filter="blinds(horizontal)">
                                      <p:cBhvr>
                                        <p:cTn id="130" dur="500"/>
                                        <p:tgtEl>
                                          <p:spTgt spid="33">
                                            <p:txEl>
                                              <p:pRg st="5" end="5"/>
                                            </p:txEl>
                                          </p:spTgt>
                                        </p:tgtEl>
                                      </p:cBhvr>
                                    </p:animEffect>
                                  </p:childTnLst>
                                </p:cTn>
                              </p:par>
                            </p:childTnLst>
                          </p:cTn>
                        </p:par>
                      </p:childTnLst>
                    </p:cTn>
                  </p:par>
                  <p:par>
                    <p:cTn id="131" fill="hold">
                      <p:stCondLst>
                        <p:cond delay="indefinite"/>
                      </p:stCondLst>
                      <p:childTnLst>
                        <p:par>
                          <p:cTn id="132" fill="hold">
                            <p:stCondLst>
                              <p:cond delay="0"/>
                            </p:stCondLst>
                            <p:childTnLst>
                              <p:par>
                                <p:cTn id="133" presetID="3" presetClass="entr" presetSubtype="10" fill="hold" grpId="0" nodeType="clickEffect">
                                  <p:stCondLst>
                                    <p:cond delay="0"/>
                                  </p:stCondLst>
                                  <p:childTnLst>
                                    <p:set>
                                      <p:cBhvr>
                                        <p:cTn id="134" dur="1" fill="hold">
                                          <p:stCondLst>
                                            <p:cond delay="0"/>
                                          </p:stCondLst>
                                        </p:cTn>
                                        <p:tgtEl>
                                          <p:spTgt spid="7"/>
                                        </p:tgtEl>
                                        <p:attrNameLst>
                                          <p:attrName>style.visibility</p:attrName>
                                        </p:attrNameLst>
                                      </p:cBhvr>
                                      <p:to>
                                        <p:strVal val="visible"/>
                                      </p:to>
                                    </p:set>
                                    <p:animEffect transition="in" filter="blinds(horizontal)">
                                      <p:cBhvr>
                                        <p:cTn id="135" dur="500"/>
                                        <p:tgtEl>
                                          <p:spTgt spid="7"/>
                                        </p:tgtEl>
                                      </p:cBhvr>
                                    </p:animEffect>
                                  </p:childTnLst>
                                </p:cTn>
                              </p:par>
                            </p:childTnLst>
                          </p:cTn>
                        </p:par>
                        <p:par>
                          <p:cTn id="136" fill="hold">
                            <p:stCondLst>
                              <p:cond delay="500"/>
                            </p:stCondLst>
                            <p:childTnLst>
                              <p:par>
                                <p:cTn id="137" presetID="3" presetClass="entr" presetSubtype="10" fill="hold" nodeType="afterEffect">
                                  <p:stCondLst>
                                    <p:cond delay="0"/>
                                  </p:stCondLst>
                                  <p:childTnLst>
                                    <p:set>
                                      <p:cBhvr>
                                        <p:cTn id="138" dur="1" fill="hold">
                                          <p:stCondLst>
                                            <p:cond delay="0"/>
                                          </p:stCondLst>
                                        </p:cTn>
                                        <p:tgtEl>
                                          <p:spTgt spid="58"/>
                                        </p:tgtEl>
                                        <p:attrNameLst>
                                          <p:attrName>style.visibility</p:attrName>
                                        </p:attrNameLst>
                                      </p:cBhvr>
                                      <p:to>
                                        <p:strVal val="visible"/>
                                      </p:to>
                                    </p:set>
                                    <p:animEffect transition="in" filter="blinds(horizontal)">
                                      <p:cBhvr>
                                        <p:cTn id="139" dur="500"/>
                                        <p:tgtEl>
                                          <p:spTgt spid="58"/>
                                        </p:tgtEl>
                                      </p:cBhvr>
                                    </p:animEffect>
                                  </p:childTnLst>
                                </p:cTn>
                              </p:par>
                            </p:childTnLst>
                          </p:cTn>
                        </p:par>
                      </p:childTnLst>
                    </p:cTn>
                  </p:par>
                  <p:par>
                    <p:cTn id="140" fill="hold">
                      <p:stCondLst>
                        <p:cond delay="indefinite"/>
                      </p:stCondLst>
                      <p:childTnLst>
                        <p:par>
                          <p:cTn id="141" fill="hold">
                            <p:stCondLst>
                              <p:cond delay="0"/>
                            </p:stCondLst>
                            <p:childTnLst>
                              <p:par>
                                <p:cTn id="142" presetID="3" presetClass="entr" presetSubtype="10" fill="hold" grpId="0" nodeType="clickEffect">
                                  <p:stCondLst>
                                    <p:cond delay="0"/>
                                  </p:stCondLst>
                                  <p:childTnLst>
                                    <p:set>
                                      <p:cBhvr>
                                        <p:cTn id="143" dur="1" fill="hold">
                                          <p:stCondLst>
                                            <p:cond delay="0"/>
                                          </p:stCondLst>
                                        </p:cTn>
                                        <p:tgtEl>
                                          <p:spTgt spid="33">
                                            <p:txEl>
                                              <p:pRg st="6" end="6"/>
                                            </p:txEl>
                                          </p:spTgt>
                                        </p:tgtEl>
                                        <p:attrNameLst>
                                          <p:attrName>style.visibility</p:attrName>
                                        </p:attrNameLst>
                                      </p:cBhvr>
                                      <p:to>
                                        <p:strVal val="visible"/>
                                      </p:to>
                                    </p:set>
                                    <p:animEffect transition="in" filter="blinds(horizontal)">
                                      <p:cBhvr>
                                        <p:cTn id="144" dur="500"/>
                                        <p:tgtEl>
                                          <p:spTgt spid="3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20" grpId="0" build="p" animBg="1"/>
      <p:bldP spid="32" grpId="0" animBg="1"/>
      <p:bldP spid="32" grpId="1" animBg="1"/>
      <p:bldP spid="33" grpId="0" build="allAtOnce" animBg="1"/>
      <p:bldP spid="33" grpId="1" build="allAtOnce" animBg="1"/>
      <p:bldP spid="34" grpId="0" animBg="1"/>
      <p:bldP spid="34" grpId="1" animBg="1"/>
      <p:bldP spid="45" grpId="0" animBg="1"/>
      <p:bldP spid="46" grpId="0" animBg="1"/>
      <p:bldP spid="47" grpId="0" animBg="1"/>
      <p:bldP spid="48" grpId="0" animBg="1"/>
      <p:bldP spid="49" grpId="0" animBg="1"/>
      <p:bldP spid="49" grpId="1" animBg="1"/>
      <p:bldP spid="50" grpId="0" animBg="1"/>
      <p:bldP spid="50" grpId="1" animBg="1"/>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API</a:t>
            </a:r>
            <a:r>
              <a:rPr lang="zh-CN" altLang="en-US" dirty="0"/>
              <a:t>案例：最简</a:t>
            </a:r>
            <a:r>
              <a:rPr lang="en-US" altLang="zh-CN" dirty="0"/>
              <a:t>Win32</a:t>
            </a:r>
            <a:r>
              <a:rPr lang="zh-CN" altLang="en-US" dirty="0"/>
              <a:t>程序</a:t>
            </a:r>
          </a:p>
        </p:txBody>
      </p:sp>
      <p:sp>
        <p:nvSpPr>
          <p:cNvPr id="3" name="内容占位符 2"/>
          <p:cNvSpPr>
            <a:spLocks noGrp="1"/>
          </p:cNvSpPr>
          <p:nvPr>
            <p:ph idx="1"/>
          </p:nvPr>
        </p:nvSpPr>
        <p:spPr>
          <a:xfrm>
            <a:off x="935037" y="1233488"/>
            <a:ext cx="7958137" cy="4895850"/>
          </a:xfrm>
        </p:spPr>
        <p:txBody>
          <a:bodyPr/>
          <a:lstStyle/>
          <a:p>
            <a:pPr>
              <a:lnSpc>
                <a:spcPct val="90000"/>
              </a:lnSpc>
              <a:spcBef>
                <a:spcPts val="0"/>
              </a:spcBef>
              <a:buNone/>
            </a:pPr>
            <a:r>
              <a:rPr lang="en-US" altLang="zh-CN" sz="1400" b="1" dirty="0" smtClean="0">
                <a:latin typeface="Courier New" pitchFamily="49" charset="0"/>
                <a:cs typeface="Courier New" pitchFamily="49" charset="0"/>
              </a:rPr>
              <a:t>#include &lt;</a:t>
            </a:r>
            <a:r>
              <a:rPr lang="en-US" altLang="zh-CN" sz="1400" b="1" dirty="0" err="1" smtClean="0">
                <a:latin typeface="Courier New" pitchFamily="49" charset="0"/>
                <a:cs typeface="Courier New" pitchFamily="49" charset="0"/>
              </a:rPr>
              <a:t>windows.h</a:t>
            </a:r>
            <a:r>
              <a:rPr lang="en-US" altLang="zh-CN" sz="1400" b="1" dirty="0" smtClean="0">
                <a:latin typeface="Courier New" pitchFamily="49" charset="0"/>
                <a:cs typeface="Courier New" pitchFamily="49" charset="0"/>
              </a:rPr>
              <a:t>&gt;</a:t>
            </a:r>
          </a:p>
          <a:p>
            <a:pPr>
              <a:lnSpc>
                <a:spcPct val="90000"/>
              </a:lnSpc>
              <a:spcBef>
                <a:spcPts val="0"/>
              </a:spcBef>
              <a:buNone/>
            </a:pPr>
            <a:r>
              <a:rPr lang="en-US" altLang="zh-CN" sz="1400" b="1" dirty="0" smtClean="0">
                <a:latin typeface="Courier New" pitchFamily="49" charset="0"/>
                <a:cs typeface="Courier New" pitchFamily="49" charset="0"/>
              </a:rPr>
              <a:t>LONG WINAPI </a:t>
            </a:r>
            <a:r>
              <a:rPr lang="en-US" altLang="zh-CN" sz="1400" b="1" dirty="0" err="1" smtClean="0">
                <a:solidFill>
                  <a:srgbClr val="FF0000"/>
                </a:solidFill>
                <a:latin typeface="Courier New" pitchFamily="49" charset="0"/>
                <a:cs typeface="Courier New" pitchFamily="49" charset="0"/>
              </a:rPr>
              <a:t>WndProc</a:t>
            </a:r>
            <a:r>
              <a:rPr lang="en-US" altLang="zh-CN" sz="1400" b="1" dirty="0" smtClean="0">
                <a:latin typeface="Courier New" pitchFamily="49" charset="0"/>
                <a:cs typeface="Courier New" pitchFamily="49" charset="0"/>
              </a:rPr>
              <a:t> (HWND, UINT, WPARAM, LPARAM);</a:t>
            </a:r>
          </a:p>
          <a:p>
            <a:pPr>
              <a:lnSpc>
                <a:spcPct val="90000"/>
              </a:lnSpc>
              <a:spcBef>
                <a:spcPts val="0"/>
              </a:spcBef>
              <a:buNone/>
            </a:pPr>
            <a:endParaRPr lang="en-US" altLang="zh-CN" sz="1400" b="1" dirty="0" smtClean="0">
              <a:latin typeface="Courier New" pitchFamily="49" charset="0"/>
              <a:cs typeface="Courier New" pitchFamily="49" charset="0"/>
            </a:endParaRPr>
          </a:p>
          <a:p>
            <a:pPr>
              <a:lnSpc>
                <a:spcPct val="90000"/>
              </a:lnSpc>
              <a:spcBef>
                <a:spcPts val="0"/>
              </a:spcBef>
              <a:buNone/>
            </a:pPr>
            <a:r>
              <a:rPr lang="en-US" altLang="zh-CN" sz="1400" b="1" dirty="0" err="1" smtClean="0">
                <a:latin typeface="Courier New" pitchFamily="49" charset="0"/>
                <a:cs typeface="Courier New" pitchFamily="49" charset="0"/>
              </a:rPr>
              <a:t>int</a:t>
            </a:r>
            <a:r>
              <a:rPr lang="en-US" altLang="zh-CN" sz="1400" b="1" dirty="0" smtClean="0">
                <a:latin typeface="Courier New" pitchFamily="49" charset="0"/>
                <a:cs typeface="Courier New" pitchFamily="49" charset="0"/>
              </a:rPr>
              <a:t> WINAPI </a:t>
            </a:r>
            <a:r>
              <a:rPr lang="en-US" altLang="zh-CN" sz="1400" b="1" dirty="0" err="1" smtClean="0">
                <a:solidFill>
                  <a:schemeClr val="tx1"/>
                </a:solidFill>
                <a:latin typeface="Courier New" pitchFamily="49" charset="0"/>
                <a:cs typeface="Courier New" pitchFamily="49" charset="0"/>
              </a:rPr>
              <a:t>WinMain</a:t>
            </a:r>
            <a:r>
              <a:rPr lang="en-US" altLang="zh-CN" sz="1400" b="1" dirty="0" smtClean="0">
                <a:latin typeface="Courier New" pitchFamily="49" charset="0"/>
                <a:cs typeface="Courier New" pitchFamily="49" charset="0"/>
              </a:rPr>
              <a:t> (HINSTANCE </a:t>
            </a:r>
            <a:r>
              <a:rPr lang="en-US" altLang="zh-CN" sz="1400" b="1" dirty="0" err="1" smtClean="0">
                <a:latin typeface="Courier New" pitchFamily="49" charset="0"/>
                <a:cs typeface="Courier New" pitchFamily="49" charset="0"/>
              </a:rPr>
              <a:t>hInstance</a:t>
            </a:r>
            <a:r>
              <a:rPr lang="en-US" altLang="zh-CN" sz="1400" b="1" dirty="0" smtClean="0">
                <a:latin typeface="Courier New" pitchFamily="49" charset="0"/>
                <a:cs typeface="Courier New" pitchFamily="49" charset="0"/>
              </a:rPr>
              <a:t>, HINSTANCE </a:t>
            </a:r>
            <a:r>
              <a:rPr lang="en-US" altLang="zh-CN" sz="1400" b="1" dirty="0" err="1" smtClean="0">
                <a:latin typeface="Courier New" pitchFamily="49" charset="0"/>
                <a:cs typeface="Courier New" pitchFamily="49" charset="0"/>
              </a:rPr>
              <a:t>hPrevInstance</a:t>
            </a:r>
            <a:r>
              <a:rPr lang="en-US" altLang="zh-CN" sz="1400" b="1" dirty="0" smtClean="0">
                <a:latin typeface="Courier New" pitchFamily="49" charset="0"/>
                <a:cs typeface="Courier New" pitchFamily="49" charset="0"/>
              </a:rPr>
              <a:t>,</a:t>
            </a:r>
          </a:p>
          <a:p>
            <a:pPr>
              <a:lnSpc>
                <a:spcPct val="90000"/>
              </a:lnSpc>
              <a:spcBef>
                <a:spcPts val="0"/>
              </a:spcBef>
              <a:buNone/>
            </a:pPr>
            <a:r>
              <a:rPr lang="en-US" altLang="zh-CN" sz="1400" b="1" dirty="0" smtClean="0">
                <a:latin typeface="Courier New" pitchFamily="49" charset="0"/>
                <a:cs typeface="Courier New" pitchFamily="49" charset="0"/>
              </a:rPr>
              <a:t>    LPSTR </a:t>
            </a:r>
            <a:r>
              <a:rPr lang="en-US" altLang="zh-CN" sz="1400" b="1" dirty="0" err="1" smtClean="0">
                <a:latin typeface="Courier New" pitchFamily="49" charset="0"/>
                <a:cs typeface="Courier New" pitchFamily="49" charset="0"/>
              </a:rPr>
              <a:t>lpszCmdLine</a:t>
            </a:r>
            <a:r>
              <a:rPr lang="en-US" altLang="zh-CN" sz="1400" b="1" dirty="0" smtClean="0">
                <a:latin typeface="Courier New" pitchFamily="49" charset="0"/>
                <a:cs typeface="Courier New" pitchFamily="49" charset="0"/>
              </a:rPr>
              <a:t>, </a:t>
            </a:r>
            <a:r>
              <a:rPr lang="en-US" altLang="zh-CN" sz="1400" b="1" dirty="0" err="1" smtClean="0">
                <a:latin typeface="Courier New" pitchFamily="49" charset="0"/>
                <a:cs typeface="Courier New" pitchFamily="49" charset="0"/>
              </a:rPr>
              <a:t>int</a:t>
            </a:r>
            <a:r>
              <a:rPr lang="en-US" altLang="zh-CN" sz="1400" b="1" dirty="0" smtClean="0">
                <a:latin typeface="Courier New" pitchFamily="49" charset="0"/>
                <a:cs typeface="Courier New" pitchFamily="49" charset="0"/>
              </a:rPr>
              <a:t> </a:t>
            </a:r>
            <a:r>
              <a:rPr lang="en-US" altLang="zh-CN" sz="1400" b="1" dirty="0" err="1" smtClean="0">
                <a:latin typeface="Courier New" pitchFamily="49" charset="0"/>
                <a:cs typeface="Courier New" pitchFamily="49" charset="0"/>
              </a:rPr>
              <a:t>nCmdShow</a:t>
            </a:r>
            <a:r>
              <a:rPr lang="en-US" altLang="zh-CN" sz="1400" b="1" dirty="0" smtClean="0">
                <a:latin typeface="Courier New" pitchFamily="49" charset="0"/>
                <a:cs typeface="Courier New" pitchFamily="49" charset="0"/>
              </a:rPr>
              <a:t>)</a:t>
            </a:r>
          </a:p>
          <a:p>
            <a:pPr>
              <a:lnSpc>
                <a:spcPct val="90000"/>
              </a:lnSpc>
              <a:spcBef>
                <a:spcPts val="0"/>
              </a:spcBef>
              <a:buNone/>
            </a:pPr>
            <a:r>
              <a:rPr lang="en-US" altLang="zh-CN" sz="1400" b="1" dirty="0" smtClean="0">
                <a:latin typeface="Courier New" pitchFamily="49" charset="0"/>
                <a:cs typeface="Courier New" pitchFamily="49" charset="0"/>
              </a:rPr>
              <a:t>{</a:t>
            </a:r>
          </a:p>
          <a:p>
            <a:pPr>
              <a:lnSpc>
                <a:spcPct val="90000"/>
              </a:lnSpc>
              <a:spcBef>
                <a:spcPts val="0"/>
              </a:spcBef>
              <a:buNone/>
            </a:pPr>
            <a:r>
              <a:rPr lang="en-US" altLang="zh-CN" sz="1400" b="1" dirty="0" smtClean="0">
                <a:latin typeface="Courier New" pitchFamily="49" charset="0"/>
                <a:cs typeface="Courier New" pitchFamily="49" charset="0"/>
              </a:rPr>
              <a:t>    WNDCLASS </a:t>
            </a:r>
            <a:r>
              <a:rPr lang="en-US" altLang="zh-CN" sz="1400" b="1" dirty="0" err="1" smtClean="0">
                <a:latin typeface="Courier New" pitchFamily="49" charset="0"/>
                <a:cs typeface="Courier New" pitchFamily="49" charset="0"/>
              </a:rPr>
              <a:t>wc</a:t>
            </a:r>
            <a:r>
              <a:rPr lang="en-US" altLang="zh-CN" sz="1400" b="1" dirty="0" smtClean="0">
                <a:latin typeface="Courier New" pitchFamily="49" charset="0"/>
                <a:cs typeface="Courier New" pitchFamily="49" charset="0"/>
              </a:rPr>
              <a:t>;</a:t>
            </a:r>
          </a:p>
          <a:p>
            <a:pPr>
              <a:lnSpc>
                <a:spcPct val="90000"/>
              </a:lnSpc>
              <a:spcBef>
                <a:spcPts val="0"/>
              </a:spcBef>
              <a:buNone/>
            </a:pPr>
            <a:r>
              <a:rPr lang="en-US" altLang="zh-CN" sz="1400" b="1" dirty="0" smtClean="0">
                <a:latin typeface="Courier New" pitchFamily="49" charset="0"/>
                <a:cs typeface="Courier New" pitchFamily="49" charset="0"/>
              </a:rPr>
              <a:t>    HWND </a:t>
            </a:r>
            <a:r>
              <a:rPr lang="en-US" altLang="zh-CN" sz="1400" b="1" dirty="0" err="1" smtClean="0">
                <a:latin typeface="Courier New" pitchFamily="49" charset="0"/>
                <a:cs typeface="Courier New" pitchFamily="49" charset="0"/>
              </a:rPr>
              <a:t>hwnd</a:t>
            </a:r>
            <a:r>
              <a:rPr lang="en-US" altLang="zh-CN" sz="1400" b="1" dirty="0" smtClean="0">
                <a:latin typeface="Courier New" pitchFamily="49" charset="0"/>
                <a:cs typeface="Courier New" pitchFamily="49" charset="0"/>
              </a:rPr>
              <a:t>;</a:t>
            </a:r>
          </a:p>
          <a:p>
            <a:pPr>
              <a:lnSpc>
                <a:spcPct val="90000"/>
              </a:lnSpc>
              <a:spcBef>
                <a:spcPts val="0"/>
              </a:spcBef>
              <a:buNone/>
            </a:pPr>
            <a:r>
              <a:rPr lang="en-US" altLang="zh-CN" sz="1400" b="1" dirty="0" smtClean="0">
                <a:latin typeface="Courier New" pitchFamily="49" charset="0"/>
                <a:cs typeface="Courier New" pitchFamily="49" charset="0"/>
              </a:rPr>
              <a:t>    MSG </a:t>
            </a:r>
            <a:r>
              <a:rPr lang="en-US" altLang="zh-CN" sz="1400" b="1" dirty="0" err="1" smtClean="0">
                <a:latin typeface="Courier New" pitchFamily="49" charset="0"/>
                <a:cs typeface="Courier New" pitchFamily="49" charset="0"/>
              </a:rPr>
              <a:t>msg</a:t>
            </a:r>
            <a:r>
              <a:rPr lang="en-US" altLang="zh-CN" sz="1400" b="1" dirty="0" smtClean="0">
                <a:latin typeface="Courier New" pitchFamily="49" charset="0"/>
                <a:cs typeface="Courier New" pitchFamily="49" charset="0"/>
              </a:rPr>
              <a:t>;</a:t>
            </a:r>
          </a:p>
          <a:p>
            <a:pPr>
              <a:lnSpc>
                <a:spcPct val="90000"/>
              </a:lnSpc>
              <a:spcBef>
                <a:spcPts val="0"/>
              </a:spcBef>
              <a:buNone/>
            </a:pPr>
            <a:endParaRPr lang="en-US" altLang="zh-CN" sz="1400" b="1" dirty="0" smtClean="0">
              <a:latin typeface="Courier New" pitchFamily="49" charset="0"/>
              <a:cs typeface="Courier New" pitchFamily="49" charset="0"/>
            </a:endParaRPr>
          </a:p>
          <a:p>
            <a:pPr>
              <a:lnSpc>
                <a:spcPct val="90000"/>
              </a:lnSpc>
              <a:spcBef>
                <a:spcPts val="0"/>
              </a:spcBef>
              <a:buNone/>
            </a:pPr>
            <a:r>
              <a:rPr lang="en-US" altLang="zh-CN" sz="1400" b="1" dirty="0" smtClean="0">
                <a:latin typeface="Courier New" pitchFamily="49" charset="0"/>
                <a:cs typeface="Courier New" pitchFamily="49" charset="0"/>
              </a:rPr>
              <a:t>    </a:t>
            </a:r>
            <a:r>
              <a:rPr lang="en-US" altLang="zh-CN" sz="1400" b="1" dirty="0" err="1" smtClean="0">
                <a:latin typeface="Courier New" pitchFamily="49" charset="0"/>
                <a:cs typeface="Courier New" pitchFamily="49" charset="0"/>
              </a:rPr>
              <a:t>wc.style</a:t>
            </a:r>
            <a:r>
              <a:rPr lang="en-US" altLang="zh-CN" sz="1400" b="1" dirty="0" smtClean="0">
                <a:latin typeface="Courier New" pitchFamily="49" charset="0"/>
                <a:cs typeface="Courier New" pitchFamily="49" charset="0"/>
              </a:rPr>
              <a:t> = 0;                                   // Class style</a:t>
            </a:r>
          </a:p>
          <a:p>
            <a:pPr>
              <a:lnSpc>
                <a:spcPct val="90000"/>
              </a:lnSpc>
              <a:spcBef>
                <a:spcPts val="0"/>
              </a:spcBef>
              <a:buNone/>
            </a:pPr>
            <a:r>
              <a:rPr lang="en-US" altLang="zh-CN" sz="1400" b="1" dirty="0" smtClean="0">
                <a:latin typeface="Courier New" pitchFamily="49" charset="0"/>
                <a:cs typeface="Courier New" pitchFamily="49" charset="0"/>
              </a:rPr>
              <a:t>    </a:t>
            </a:r>
            <a:r>
              <a:rPr lang="en-US" altLang="zh-CN" sz="1400" b="1" dirty="0" err="1" smtClean="0">
                <a:latin typeface="Courier New" pitchFamily="49" charset="0"/>
                <a:cs typeface="Courier New" pitchFamily="49" charset="0"/>
              </a:rPr>
              <a:t>wc.lpfnWndProc</a:t>
            </a:r>
            <a:r>
              <a:rPr lang="en-US" altLang="zh-CN" sz="1400" b="1" dirty="0" smtClean="0">
                <a:latin typeface="Courier New" pitchFamily="49" charset="0"/>
                <a:cs typeface="Courier New" pitchFamily="49" charset="0"/>
              </a:rPr>
              <a:t> = (WNDPROC) </a:t>
            </a:r>
            <a:r>
              <a:rPr lang="en-US" altLang="zh-CN" sz="1400" b="1" dirty="0" err="1" smtClean="0">
                <a:solidFill>
                  <a:srgbClr val="FF0000"/>
                </a:solidFill>
                <a:latin typeface="Courier New" pitchFamily="49" charset="0"/>
                <a:cs typeface="Courier New" pitchFamily="49" charset="0"/>
              </a:rPr>
              <a:t>WndProc</a:t>
            </a:r>
            <a:r>
              <a:rPr lang="en-US" altLang="zh-CN" sz="1400" b="1" dirty="0" smtClean="0">
                <a:latin typeface="Courier New" pitchFamily="49" charset="0"/>
                <a:cs typeface="Courier New" pitchFamily="49" charset="0"/>
              </a:rPr>
              <a:t>;             // Window procedure</a:t>
            </a:r>
          </a:p>
          <a:p>
            <a:pPr>
              <a:lnSpc>
                <a:spcPct val="90000"/>
              </a:lnSpc>
              <a:spcBef>
                <a:spcPts val="0"/>
              </a:spcBef>
              <a:buNone/>
            </a:pPr>
            <a:r>
              <a:rPr lang="en-US" altLang="zh-CN" sz="1400" b="1" dirty="0" smtClean="0">
                <a:latin typeface="Courier New" pitchFamily="49" charset="0"/>
                <a:cs typeface="Courier New" pitchFamily="49" charset="0"/>
              </a:rPr>
              <a:t>    </a:t>
            </a:r>
            <a:r>
              <a:rPr lang="en-US" altLang="zh-CN" sz="1400" b="1" dirty="0" err="1" smtClean="0">
                <a:latin typeface="Courier New" pitchFamily="49" charset="0"/>
                <a:cs typeface="Courier New" pitchFamily="49" charset="0"/>
              </a:rPr>
              <a:t>wc.cbClsExtra</a:t>
            </a:r>
            <a:r>
              <a:rPr lang="en-US" altLang="zh-CN" sz="1400" b="1" dirty="0" smtClean="0">
                <a:latin typeface="Courier New" pitchFamily="49" charset="0"/>
                <a:cs typeface="Courier New" pitchFamily="49" charset="0"/>
              </a:rPr>
              <a:t> = 0;                              // Class extra bytes</a:t>
            </a:r>
          </a:p>
          <a:p>
            <a:pPr>
              <a:lnSpc>
                <a:spcPct val="90000"/>
              </a:lnSpc>
              <a:spcBef>
                <a:spcPts val="0"/>
              </a:spcBef>
              <a:buNone/>
            </a:pPr>
            <a:r>
              <a:rPr lang="en-US" altLang="zh-CN" sz="1400" b="1" dirty="0" smtClean="0">
                <a:latin typeface="Courier New" pitchFamily="49" charset="0"/>
                <a:cs typeface="Courier New" pitchFamily="49" charset="0"/>
              </a:rPr>
              <a:t>    </a:t>
            </a:r>
            <a:r>
              <a:rPr lang="en-US" altLang="zh-CN" sz="1400" b="1" dirty="0" err="1" smtClean="0">
                <a:latin typeface="Courier New" pitchFamily="49" charset="0"/>
                <a:cs typeface="Courier New" pitchFamily="49" charset="0"/>
              </a:rPr>
              <a:t>wc.cbWndExtra</a:t>
            </a:r>
            <a:r>
              <a:rPr lang="en-US" altLang="zh-CN" sz="1400" b="1" dirty="0" smtClean="0">
                <a:latin typeface="Courier New" pitchFamily="49" charset="0"/>
                <a:cs typeface="Courier New" pitchFamily="49" charset="0"/>
              </a:rPr>
              <a:t> = 0;                              // Window extra bytes</a:t>
            </a:r>
          </a:p>
          <a:p>
            <a:pPr>
              <a:lnSpc>
                <a:spcPct val="90000"/>
              </a:lnSpc>
              <a:spcBef>
                <a:spcPts val="0"/>
              </a:spcBef>
              <a:buNone/>
            </a:pPr>
            <a:r>
              <a:rPr lang="en-US" altLang="zh-CN" sz="1400" b="1" dirty="0" smtClean="0">
                <a:latin typeface="Courier New" pitchFamily="49" charset="0"/>
                <a:cs typeface="Courier New" pitchFamily="49" charset="0"/>
              </a:rPr>
              <a:t>    </a:t>
            </a:r>
            <a:r>
              <a:rPr lang="en-US" altLang="zh-CN" sz="1400" b="1" dirty="0" err="1" smtClean="0">
                <a:latin typeface="Courier New" pitchFamily="49" charset="0"/>
                <a:cs typeface="Courier New" pitchFamily="49" charset="0"/>
              </a:rPr>
              <a:t>wc.hInstance</a:t>
            </a:r>
            <a:r>
              <a:rPr lang="en-US" altLang="zh-CN" sz="1400" b="1" dirty="0" smtClean="0">
                <a:latin typeface="Courier New" pitchFamily="49" charset="0"/>
                <a:cs typeface="Courier New" pitchFamily="49" charset="0"/>
              </a:rPr>
              <a:t> = </a:t>
            </a:r>
            <a:r>
              <a:rPr lang="en-US" altLang="zh-CN" sz="1400" b="1" dirty="0" err="1" smtClean="0">
                <a:latin typeface="Courier New" pitchFamily="49" charset="0"/>
                <a:cs typeface="Courier New" pitchFamily="49" charset="0"/>
              </a:rPr>
              <a:t>hInstance</a:t>
            </a:r>
            <a:r>
              <a:rPr lang="en-US" altLang="zh-CN" sz="1400" b="1" dirty="0" smtClean="0">
                <a:latin typeface="Courier New" pitchFamily="49" charset="0"/>
                <a:cs typeface="Courier New" pitchFamily="49" charset="0"/>
              </a:rPr>
              <a:t>;                       // Instance handle</a:t>
            </a:r>
          </a:p>
          <a:p>
            <a:pPr>
              <a:lnSpc>
                <a:spcPct val="90000"/>
              </a:lnSpc>
              <a:spcBef>
                <a:spcPts val="0"/>
              </a:spcBef>
              <a:buNone/>
            </a:pPr>
            <a:r>
              <a:rPr lang="en-US" altLang="zh-CN" sz="1400" b="1" dirty="0" smtClean="0">
                <a:latin typeface="Courier New" pitchFamily="49" charset="0"/>
                <a:cs typeface="Courier New" pitchFamily="49" charset="0"/>
              </a:rPr>
              <a:t>    </a:t>
            </a:r>
            <a:r>
              <a:rPr lang="en-US" altLang="zh-CN" sz="1400" b="1" dirty="0" err="1" smtClean="0">
                <a:latin typeface="Courier New" pitchFamily="49" charset="0"/>
                <a:cs typeface="Courier New" pitchFamily="49" charset="0"/>
              </a:rPr>
              <a:t>wc.hIcon</a:t>
            </a:r>
            <a:r>
              <a:rPr lang="en-US" altLang="zh-CN" sz="1400" b="1" dirty="0" smtClean="0">
                <a:latin typeface="Courier New" pitchFamily="49" charset="0"/>
                <a:cs typeface="Courier New" pitchFamily="49" charset="0"/>
              </a:rPr>
              <a:t> = </a:t>
            </a:r>
            <a:r>
              <a:rPr lang="en-US" altLang="zh-CN" sz="1400" b="1" dirty="0" err="1" smtClean="0">
                <a:latin typeface="Courier New" pitchFamily="49" charset="0"/>
                <a:cs typeface="Courier New" pitchFamily="49" charset="0"/>
              </a:rPr>
              <a:t>LoadIcon</a:t>
            </a:r>
            <a:r>
              <a:rPr lang="en-US" altLang="zh-CN" sz="1400" b="1" dirty="0" smtClean="0">
                <a:latin typeface="Courier New" pitchFamily="49" charset="0"/>
                <a:cs typeface="Courier New" pitchFamily="49" charset="0"/>
              </a:rPr>
              <a:t> (NULL, IDI_WINLOGO);        // Icon handle</a:t>
            </a:r>
          </a:p>
          <a:p>
            <a:pPr>
              <a:lnSpc>
                <a:spcPct val="90000"/>
              </a:lnSpc>
              <a:spcBef>
                <a:spcPts val="0"/>
              </a:spcBef>
              <a:buNone/>
            </a:pPr>
            <a:r>
              <a:rPr lang="en-US" altLang="zh-CN" sz="1400" b="1" dirty="0" smtClean="0">
                <a:latin typeface="Courier New" pitchFamily="49" charset="0"/>
                <a:cs typeface="Courier New" pitchFamily="49" charset="0"/>
              </a:rPr>
              <a:t>    </a:t>
            </a:r>
            <a:r>
              <a:rPr lang="en-US" altLang="zh-CN" sz="1400" b="1" dirty="0" err="1" smtClean="0">
                <a:latin typeface="Courier New" pitchFamily="49" charset="0"/>
                <a:cs typeface="Courier New" pitchFamily="49" charset="0"/>
              </a:rPr>
              <a:t>wc.hCursor</a:t>
            </a:r>
            <a:r>
              <a:rPr lang="en-US" altLang="zh-CN" sz="1400" b="1" dirty="0" smtClean="0">
                <a:latin typeface="Courier New" pitchFamily="49" charset="0"/>
                <a:cs typeface="Courier New" pitchFamily="49" charset="0"/>
              </a:rPr>
              <a:t> = </a:t>
            </a:r>
            <a:r>
              <a:rPr lang="en-US" altLang="zh-CN" sz="1400" b="1" dirty="0" err="1" smtClean="0">
                <a:latin typeface="Courier New" pitchFamily="49" charset="0"/>
                <a:cs typeface="Courier New" pitchFamily="49" charset="0"/>
              </a:rPr>
              <a:t>LoadCursor</a:t>
            </a:r>
            <a:r>
              <a:rPr lang="en-US" altLang="zh-CN" sz="1400" b="1" dirty="0" smtClean="0">
                <a:latin typeface="Courier New" pitchFamily="49" charset="0"/>
                <a:cs typeface="Courier New" pitchFamily="49" charset="0"/>
              </a:rPr>
              <a:t> (NULL, IDC_ARROW);      // Cursor handle</a:t>
            </a:r>
          </a:p>
          <a:p>
            <a:pPr>
              <a:lnSpc>
                <a:spcPct val="90000"/>
              </a:lnSpc>
              <a:spcBef>
                <a:spcPts val="0"/>
              </a:spcBef>
              <a:buNone/>
            </a:pPr>
            <a:r>
              <a:rPr lang="en-US" altLang="zh-CN" sz="1400" b="1" dirty="0" smtClean="0">
                <a:latin typeface="Courier New" pitchFamily="49" charset="0"/>
                <a:cs typeface="Courier New" pitchFamily="49" charset="0"/>
              </a:rPr>
              <a:t>    </a:t>
            </a:r>
            <a:r>
              <a:rPr lang="en-US" altLang="zh-CN" sz="1400" b="1" dirty="0" err="1" smtClean="0">
                <a:latin typeface="Courier New" pitchFamily="49" charset="0"/>
                <a:cs typeface="Courier New" pitchFamily="49" charset="0"/>
              </a:rPr>
              <a:t>wc.hbrBackground</a:t>
            </a:r>
            <a:r>
              <a:rPr lang="en-US" altLang="zh-CN" sz="1400" b="1" dirty="0" smtClean="0">
                <a:latin typeface="Courier New" pitchFamily="49" charset="0"/>
                <a:cs typeface="Courier New" pitchFamily="49" charset="0"/>
              </a:rPr>
              <a:t> = (HBRUSH) (COLOR_WINDOW + 1); // Background color</a:t>
            </a:r>
          </a:p>
          <a:p>
            <a:pPr>
              <a:lnSpc>
                <a:spcPct val="90000"/>
              </a:lnSpc>
              <a:spcBef>
                <a:spcPts val="0"/>
              </a:spcBef>
              <a:buNone/>
            </a:pPr>
            <a:r>
              <a:rPr lang="en-US" altLang="zh-CN" sz="1400" b="1" dirty="0" smtClean="0">
                <a:latin typeface="Courier New" pitchFamily="49" charset="0"/>
                <a:cs typeface="Courier New" pitchFamily="49" charset="0"/>
              </a:rPr>
              <a:t>    </a:t>
            </a:r>
            <a:r>
              <a:rPr lang="en-US" altLang="zh-CN" sz="1400" b="1" dirty="0" err="1" smtClean="0">
                <a:latin typeface="Courier New" pitchFamily="49" charset="0"/>
                <a:cs typeface="Courier New" pitchFamily="49" charset="0"/>
              </a:rPr>
              <a:t>wc.lpszMenuName</a:t>
            </a:r>
            <a:r>
              <a:rPr lang="en-US" altLang="zh-CN" sz="1400" b="1" dirty="0" smtClean="0">
                <a:latin typeface="Courier New" pitchFamily="49" charset="0"/>
                <a:cs typeface="Courier New" pitchFamily="49" charset="0"/>
              </a:rPr>
              <a:t> = NULL;                         // Menu name</a:t>
            </a:r>
          </a:p>
          <a:p>
            <a:pPr>
              <a:lnSpc>
                <a:spcPct val="90000"/>
              </a:lnSpc>
              <a:spcBef>
                <a:spcPts val="0"/>
              </a:spcBef>
              <a:buNone/>
            </a:pPr>
            <a:r>
              <a:rPr lang="en-US" altLang="zh-CN" sz="1400" b="1" dirty="0" smtClean="0">
                <a:latin typeface="Courier New" pitchFamily="49" charset="0"/>
                <a:cs typeface="Courier New" pitchFamily="49" charset="0"/>
              </a:rPr>
              <a:t>    </a:t>
            </a:r>
            <a:r>
              <a:rPr lang="en-US" altLang="zh-CN" sz="1400" b="1" dirty="0" err="1" smtClean="0">
                <a:latin typeface="Courier New" pitchFamily="49" charset="0"/>
                <a:cs typeface="Courier New" pitchFamily="49" charset="0"/>
              </a:rPr>
              <a:t>wc.lpszClassName</a:t>
            </a:r>
            <a:r>
              <a:rPr lang="en-US" altLang="zh-CN" sz="1400" b="1" dirty="0" smtClean="0">
                <a:latin typeface="Courier New" pitchFamily="49" charset="0"/>
                <a:cs typeface="Courier New" pitchFamily="49" charset="0"/>
              </a:rPr>
              <a:t> = "</a:t>
            </a:r>
            <a:r>
              <a:rPr lang="en-US" altLang="zh-CN" sz="1400" b="1" dirty="0" err="1" smtClean="0">
                <a:solidFill>
                  <a:srgbClr val="0000FF"/>
                </a:solidFill>
                <a:latin typeface="Courier New" pitchFamily="49" charset="0"/>
                <a:cs typeface="Courier New" pitchFamily="49" charset="0"/>
              </a:rPr>
              <a:t>MyWndClass</a:t>
            </a:r>
            <a:r>
              <a:rPr lang="en-US" altLang="zh-CN" sz="1400" b="1" dirty="0" smtClean="0">
                <a:latin typeface="Courier New" pitchFamily="49" charset="0"/>
                <a:cs typeface="Courier New" pitchFamily="49" charset="0"/>
              </a:rPr>
              <a:t>";                // WNDCLASS name</a:t>
            </a:r>
          </a:p>
          <a:p>
            <a:pPr>
              <a:lnSpc>
                <a:spcPct val="90000"/>
              </a:lnSpc>
              <a:spcBef>
                <a:spcPts val="0"/>
              </a:spcBef>
              <a:buNone/>
            </a:pPr>
            <a:endParaRPr lang="en-US" altLang="zh-CN" sz="1400" b="1" dirty="0" smtClean="0">
              <a:latin typeface="Courier New" pitchFamily="49" charset="0"/>
              <a:cs typeface="Courier New" pitchFamily="49" charset="0"/>
            </a:endParaRPr>
          </a:p>
          <a:p>
            <a:pPr>
              <a:lnSpc>
                <a:spcPct val="90000"/>
              </a:lnSpc>
              <a:spcBef>
                <a:spcPts val="0"/>
              </a:spcBef>
              <a:buNone/>
            </a:pPr>
            <a:r>
              <a:rPr lang="en-US" altLang="zh-CN" sz="1400" b="1" dirty="0" smtClean="0">
                <a:latin typeface="Courier New" pitchFamily="49" charset="0"/>
                <a:cs typeface="Courier New" pitchFamily="49" charset="0"/>
              </a:rPr>
              <a:t>    </a:t>
            </a:r>
            <a:r>
              <a:rPr lang="en-US" altLang="zh-CN" sz="1400" b="1" dirty="0" err="1" smtClean="0">
                <a:latin typeface="Courier New" pitchFamily="49" charset="0"/>
                <a:cs typeface="Courier New" pitchFamily="49" charset="0"/>
              </a:rPr>
              <a:t>RegisterClass</a:t>
            </a:r>
            <a:r>
              <a:rPr lang="en-US" altLang="zh-CN" sz="1400" b="1" dirty="0" smtClean="0">
                <a:latin typeface="Courier New" pitchFamily="49" charset="0"/>
                <a:cs typeface="Courier New" pitchFamily="49" charset="0"/>
              </a:rPr>
              <a:t> (&amp;</a:t>
            </a:r>
            <a:r>
              <a:rPr lang="en-US" altLang="zh-CN" sz="1400" b="1" dirty="0" err="1" smtClean="0">
                <a:latin typeface="Courier New" pitchFamily="49" charset="0"/>
                <a:cs typeface="Courier New" pitchFamily="49" charset="0"/>
              </a:rPr>
              <a:t>wc</a:t>
            </a:r>
            <a:r>
              <a:rPr lang="en-US" altLang="zh-CN" sz="1400" b="1" dirty="0" smtClean="0">
                <a:latin typeface="Courier New" pitchFamily="49" charset="0"/>
                <a:cs typeface="Courier New" pitchFamily="49" charset="0"/>
              </a:rPr>
              <a:t>);</a:t>
            </a:r>
          </a:p>
          <a:p>
            <a:pPr>
              <a:lnSpc>
                <a:spcPct val="90000"/>
              </a:lnSpc>
              <a:spcBef>
                <a:spcPts val="0"/>
              </a:spcBef>
              <a:buNone/>
            </a:pPr>
            <a:r>
              <a:rPr lang="en-US" altLang="zh-CN" sz="1400" b="1" dirty="0" smtClean="0">
                <a:latin typeface="Courier New" pitchFamily="49" charset="0"/>
                <a:cs typeface="Courier New" pitchFamily="49" charset="0"/>
              </a:rPr>
              <a:t>    ……</a:t>
            </a:r>
            <a:endParaRPr lang="zh-CN" altLang="en-US" sz="1400" b="1" dirty="0">
              <a:latin typeface="Courier New" pitchFamily="49" charset="0"/>
              <a:cs typeface="Courier New" pitchFamily="49" charset="0"/>
            </a:endParaRPr>
          </a:p>
        </p:txBody>
      </p:sp>
      <p:sp>
        <p:nvSpPr>
          <p:cNvPr id="4" name="灯片编号占位符 3"/>
          <p:cNvSpPr>
            <a:spLocks noGrp="1"/>
          </p:cNvSpPr>
          <p:nvPr>
            <p:ph type="sldNum" sz="quarter" idx="12"/>
          </p:nvPr>
        </p:nvSpPr>
        <p:spPr/>
        <p:txBody>
          <a:bodyPr/>
          <a:lstStyle/>
          <a:p>
            <a:fld id="{A2C77EB3-02C0-4470-866D-D490C6B1E316}" type="slidenum">
              <a:rPr lang="zh-CN" altLang="en-US" smtClean="0"/>
              <a:pPr/>
              <a:t>45</a:t>
            </a:fld>
            <a:endParaRPr lang="zh-CN" altLang="en-US" dirty="0"/>
          </a:p>
        </p:txBody>
      </p:sp>
      <p:sp>
        <p:nvSpPr>
          <p:cNvPr id="5" name="圆角矩形标注 4"/>
          <p:cNvSpPr/>
          <p:nvPr/>
        </p:nvSpPr>
        <p:spPr>
          <a:xfrm>
            <a:off x="3452013" y="2609554"/>
            <a:ext cx="1926040" cy="600075"/>
          </a:xfrm>
          <a:prstGeom prst="wedgeRoundRectCallout">
            <a:avLst>
              <a:gd name="adj1" fmla="val -77290"/>
              <a:gd name="adj2" fmla="val 69061"/>
              <a:gd name="adj3" fmla="val 16667"/>
            </a:avLst>
          </a:prstGeom>
          <a:solidFill>
            <a:schemeClr val="accent1">
              <a:lumMod val="40000"/>
              <a:lumOff val="60000"/>
            </a:schemeClr>
          </a:solidFill>
          <a:ln w="19050">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1400" dirty="0" smtClean="0">
                <a:solidFill>
                  <a:schemeClr val="tx1"/>
                </a:solidFill>
                <a:latin typeface="Calibri Light" panose="020F0302020204030204" pitchFamily="34" charset="0"/>
                <a:cs typeface="Calibri Light" panose="020F0302020204030204" pitchFamily="34" charset="0"/>
              </a:rPr>
              <a:t>为窗口模板设置一些样式</a:t>
            </a:r>
            <a:endParaRPr lang="zh-CN" altLang="en-US" sz="1400" dirty="0">
              <a:solidFill>
                <a:schemeClr val="tx1"/>
              </a:solidFill>
              <a:latin typeface="Calibri Light" panose="020F0302020204030204" pitchFamily="34" charset="0"/>
              <a:cs typeface="Calibri Light" panose="020F0302020204030204" pitchFamily="34" charset="0"/>
            </a:endParaRPr>
          </a:p>
        </p:txBody>
      </p:sp>
    </p:spTree>
    <p:extLst>
      <p:ext uri="{BB962C8B-B14F-4D97-AF65-F5344CB8AC3E}">
        <p14:creationId xmlns:p14="http://schemas.microsoft.com/office/powerpoint/2010/main" val="169193226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blinds(horizontal)">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API</a:t>
            </a:r>
            <a:r>
              <a:rPr lang="zh-CN" altLang="en-US" dirty="0"/>
              <a:t>案例：最简</a:t>
            </a:r>
            <a:r>
              <a:rPr lang="en-US" altLang="zh-CN" dirty="0"/>
              <a:t>Win32</a:t>
            </a:r>
            <a:r>
              <a:rPr lang="zh-CN" altLang="en-US" dirty="0"/>
              <a:t>程序</a:t>
            </a:r>
          </a:p>
        </p:txBody>
      </p:sp>
      <p:sp>
        <p:nvSpPr>
          <p:cNvPr id="3" name="内容占位符 2"/>
          <p:cNvSpPr>
            <a:spLocks noGrp="1"/>
          </p:cNvSpPr>
          <p:nvPr>
            <p:ph idx="1"/>
          </p:nvPr>
        </p:nvSpPr>
        <p:spPr/>
        <p:txBody>
          <a:bodyPr/>
          <a:lstStyle/>
          <a:p>
            <a:pPr>
              <a:lnSpc>
                <a:spcPct val="90000"/>
              </a:lnSpc>
              <a:spcBef>
                <a:spcPts val="0"/>
              </a:spcBef>
              <a:buNone/>
            </a:pPr>
            <a:r>
              <a:rPr lang="en-US" altLang="zh-CN" sz="1400" b="1" smtClean="0">
                <a:latin typeface="Courier New" pitchFamily="49" charset="0"/>
                <a:cs typeface="Courier New" pitchFamily="49" charset="0"/>
              </a:rPr>
              <a:t>    ……</a:t>
            </a:r>
          </a:p>
          <a:p>
            <a:pPr>
              <a:lnSpc>
                <a:spcPct val="90000"/>
              </a:lnSpc>
              <a:spcBef>
                <a:spcPts val="0"/>
              </a:spcBef>
              <a:buNone/>
            </a:pPr>
            <a:r>
              <a:rPr lang="en-US" altLang="zh-CN" sz="1400" b="1" smtClean="0">
                <a:latin typeface="Courier New" pitchFamily="49" charset="0"/>
                <a:cs typeface="Courier New" pitchFamily="49" charset="0"/>
              </a:rPr>
              <a:t>    </a:t>
            </a:r>
            <a:r>
              <a:rPr lang="en-US" altLang="zh-CN" sz="1400" b="1" smtClean="0">
                <a:solidFill>
                  <a:srgbClr val="FF0000"/>
                </a:solidFill>
                <a:latin typeface="Courier New" pitchFamily="49" charset="0"/>
                <a:cs typeface="Courier New" pitchFamily="49" charset="0"/>
              </a:rPr>
              <a:t>hwnd</a:t>
            </a:r>
            <a:r>
              <a:rPr lang="en-US" altLang="zh-CN" sz="1400" b="1" smtClean="0">
                <a:latin typeface="Courier New" pitchFamily="49" charset="0"/>
                <a:cs typeface="Courier New" pitchFamily="49" charset="0"/>
              </a:rPr>
              <a:t> = CreateWindow (</a:t>
            </a:r>
          </a:p>
          <a:p>
            <a:pPr>
              <a:lnSpc>
                <a:spcPct val="90000"/>
              </a:lnSpc>
              <a:spcBef>
                <a:spcPts val="0"/>
              </a:spcBef>
              <a:buNone/>
            </a:pPr>
            <a:r>
              <a:rPr lang="en-US" altLang="zh-CN" sz="1400" b="1" smtClean="0">
                <a:latin typeface="Courier New" pitchFamily="49" charset="0"/>
                <a:cs typeface="Courier New" pitchFamily="49" charset="0"/>
              </a:rPr>
              <a:t>        "</a:t>
            </a:r>
            <a:r>
              <a:rPr lang="en-US" altLang="zh-CN" sz="1400" b="1" smtClean="0">
                <a:solidFill>
                  <a:srgbClr val="0000FF"/>
                </a:solidFill>
                <a:latin typeface="Courier New" pitchFamily="49" charset="0"/>
                <a:cs typeface="Courier New" pitchFamily="49" charset="0"/>
              </a:rPr>
              <a:t>MyWndClass</a:t>
            </a:r>
            <a:r>
              <a:rPr lang="en-US" altLang="zh-CN" sz="1400" b="1" smtClean="0">
                <a:latin typeface="Courier New" pitchFamily="49" charset="0"/>
                <a:cs typeface="Courier New" pitchFamily="49" charset="0"/>
              </a:rPr>
              <a:t>",               // WNDCLASS name</a:t>
            </a:r>
          </a:p>
          <a:p>
            <a:pPr>
              <a:lnSpc>
                <a:spcPct val="90000"/>
              </a:lnSpc>
              <a:spcBef>
                <a:spcPts val="0"/>
              </a:spcBef>
              <a:buNone/>
            </a:pPr>
            <a:r>
              <a:rPr lang="en-US" altLang="zh-CN" sz="1400" b="1" smtClean="0">
                <a:latin typeface="Courier New" pitchFamily="49" charset="0"/>
                <a:cs typeface="Courier New" pitchFamily="49" charset="0"/>
              </a:rPr>
              <a:t>        "SDK Application",          // Window title</a:t>
            </a:r>
          </a:p>
          <a:p>
            <a:pPr>
              <a:lnSpc>
                <a:spcPct val="90000"/>
              </a:lnSpc>
              <a:spcBef>
                <a:spcPts val="0"/>
              </a:spcBef>
              <a:buNone/>
            </a:pPr>
            <a:r>
              <a:rPr lang="en-US" altLang="zh-CN" sz="1400" b="1" smtClean="0">
                <a:latin typeface="Courier New" pitchFamily="49" charset="0"/>
                <a:cs typeface="Courier New" pitchFamily="49" charset="0"/>
              </a:rPr>
              <a:t>        WS_OVERLAPPEDWINDOW,        // Window style</a:t>
            </a:r>
          </a:p>
          <a:p>
            <a:pPr>
              <a:lnSpc>
                <a:spcPct val="90000"/>
              </a:lnSpc>
              <a:spcBef>
                <a:spcPts val="0"/>
              </a:spcBef>
              <a:buNone/>
            </a:pPr>
            <a:r>
              <a:rPr lang="en-US" altLang="zh-CN" sz="1400" b="1" smtClean="0">
                <a:latin typeface="Courier New" pitchFamily="49" charset="0"/>
                <a:cs typeface="Courier New" pitchFamily="49" charset="0"/>
              </a:rPr>
              <a:t>        CW_USEDEFAULT,              // Horizontal position</a:t>
            </a:r>
          </a:p>
          <a:p>
            <a:pPr>
              <a:lnSpc>
                <a:spcPct val="90000"/>
              </a:lnSpc>
              <a:spcBef>
                <a:spcPts val="0"/>
              </a:spcBef>
              <a:buNone/>
            </a:pPr>
            <a:r>
              <a:rPr lang="en-US" altLang="zh-CN" sz="1400" b="1" smtClean="0">
                <a:latin typeface="Courier New" pitchFamily="49" charset="0"/>
                <a:cs typeface="Courier New" pitchFamily="49" charset="0"/>
              </a:rPr>
              <a:t>        CW_USEDEFAULT,              // Vertical position        </a:t>
            </a:r>
          </a:p>
          <a:p>
            <a:pPr>
              <a:lnSpc>
                <a:spcPct val="90000"/>
              </a:lnSpc>
              <a:spcBef>
                <a:spcPts val="0"/>
              </a:spcBef>
              <a:buNone/>
            </a:pPr>
            <a:r>
              <a:rPr lang="en-US" altLang="zh-CN" sz="1400" b="1" smtClean="0">
                <a:latin typeface="Courier New" pitchFamily="49" charset="0"/>
                <a:cs typeface="Courier New" pitchFamily="49" charset="0"/>
              </a:rPr>
              <a:t>        CW_USEDEFAULT,              // Initial width</a:t>
            </a:r>
          </a:p>
          <a:p>
            <a:pPr>
              <a:lnSpc>
                <a:spcPct val="90000"/>
              </a:lnSpc>
              <a:spcBef>
                <a:spcPts val="0"/>
              </a:spcBef>
              <a:buNone/>
            </a:pPr>
            <a:r>
              <a:rPr lang="en-US" altLang="zh-CN" sz="1400" b="1" smtClean="0">
                <a:latin typeface="Courier New" pitchFamily="49" charset="0"/>
                <a:cs typeface="Courier New" pitchFamily="49" charset="0"/>
              </a:rPr>
              <a:t>        CW_USEDEFAULT,              // Initial height</a:t>
            </a:r>
          </a:p>
          <a:p>
            <a:pPr>
              <a:lnSpc>
                <a:spcPct val="90000"/>
              </a:lnSpc>
              <a:spcBef>
                <a:spcPts val="0"/>
              </a:spcBef>
              <a:buNone/>
            </a:pPr>
            <a:r>
              <a:rPr lang="en-US" altLang="zh-CN" sz="1400" b="1" smtClean="0">
                <a:latin typeface="Courier New" pitchFamily="49" charset="0"/>
                <a:cs typeface="Courier New" pitchFamily="49" charset="0"/>
              </a:rPr>
              <a:t>        HWND_DESKTOP,               // Handle of parent window</a:t>
            </a:r>
          </a:p>
          <a:p>
            <a:pPr>
              <a:lnSpc>
                <a:spcPct val="90000"/>
              </a:lnSpc>
              <a:spcBef>
                <a:spcPts val="0"/>
              </a:spcBef>
              <a:buNone/>
            </a:pPr>
            <a:r>
              <a:rPr lang="en-US" altLang="zh-CN" sz="1400" b="1" smtClean="0">
                <a:latin typeface="Courier New" pitchFamily="49" charset="0"/>
                <a:cs typeface="Courier New" pitchFamily="49" charset="0"/>
              </a:rPr>
              <a:t>        NULL,                       // Menu handle</a:t>
            </a:r>
          </a:p>
          <a:p>
            <a:pPr>
              <a:lnSpc>
                <a:spcPct val="90000"/>
              </a:lnSpc>
              <a:spcBef>
                <a:spcPts val="0"/>
              </a:spcBef>
              <a:buNone/>
            </a:pPr>
            <a:r>
              <a:rPr lang="en-US" altLang="zh-CN" sz="1400" b="1" smtClean="0">
                <a:latin typeface="Courier New" pitchFamily="49" charset="0"/>
                <a:cs typeface="Courier New" pitchFamily="49" charset="0"/>
              </a:rPr>
              <a:t>        hInstance,                  // Application's instance handle</a:t>
            </a:r>
          </a:p>
          <a:p>
            <a:pPr>
              <a:lnSpc>
                <a:spcPct val="90000"/>
              </a:lnSpc>
              <a:spcBef>
                <a:spcPts val="0"/>
              </a:spcBef>
              <a:buNone/>
            </a:pPr>
            <a:r>
              <a:rPr lang="en-US" altLang="zh-CN" sz="1400" b="1" smtClean="0">
                <a:latin typeface="Courier New" pitchFamily="49" charset="0"/>
                <a:cs typeface="Courier New" pitchFamily="49" charset="0"/>
              </a:rPr>
              <a:t>        NULL                        // Window-creation data</a:t>
            </a:r>
          </a:p>
          <a:p>
            <a:pPr>
              <a:lnSpc>
                <a:spcPct val="90000"/>
              </a:lnSpc>
              <a:spcBef>
                <a:spcPts val="0"/>
              </a:spcBef>
              <a:buNone/>
            </a:pPr>
            <a:r>
              <a:rPr lang="en-US" altLang="zh-CN" sz="1400" b="1" smtClean="0">
                <a:latin typeface="Courier New" pitchFamily="49" charset="0"/>
                <a:cs typeface="Courier New" pitchFamily="49" charset="0"/>
              </a:rPr>
              <a:t>    );</a:t>
            </a:r>
          </a:p>
          <a:p>
            <a:pPr>
              <a:lnSpc>
                <a:spcPct val="90000"/>
              </a:lnSpc>
              <a:spcBef>
                <a:spcPts val="0"/>
              </a:spcBef>
              <a:buNone/>
            </a:pPr>
            <a:r>
              <a:rPr lang="en-US" altLang="zh-CN" sz="1400" b="1" smtClean="0">
                <a:latin typeface="Courier New" pitchFamily="49" charset="0"/>
                <a:cs typeface="Courier New" pitchFamily="49" charset="0"/>
              </a:rPr>
              <a:t>    ShowWindow (</a:t>
            </a:r>
            <a:r>
              <a:rPr lang="en-US" altLang="zh-CN" sz="1400" b="1" smtClean="0">
                <a:solidFill>
                  <a:srgbClr val="FF0000"/>
                </a:solidFill>
                <a:latin typeface="Courier New" pitchFamily="49" charset="0"/>
                <a:cs typeface="Courier New" pitchFamily="49" charset="0"/>
              </a:rPr>
              <a:t>hwnd</a:t>
            </a:r>
            <a:r>
              <a:rPr lang="en-US" altLang="zh-CN" sz="1400" b="1" smtClean="0">
                <a:latin typeface="Courier New" pitchFamily="49" charset="0"/>
                <a:cs typeface="Courier New" pitchFamily="49" charset="0"/>
              </a:rPr>
              <a:t>, nCmdShow);</a:t>
            </a:r>
          </a:p>
          <a:p>
            <a:pPr>
              <a:lnSpc>
                <a:spcPct val="90000"/>
              </a:lnSpc>
              <a:spcBef>
                <a:spcPts val="0"/>
              </a:spcBef>
              <a:buNone/>
            </a:pPr>
            <a:r>
              <a:rPr lang="en-US" altLang="zh-CN" sz="1400" b="1" smtClean="0">
                <a:latin typeface="Courier New" pitchFamily="49" charset="0"/>
                <a:cs typeface="Courier New" pitchFamily="49" charset="0"/>
              </a:rPr>
              <a:t>    UpdateWindow (</a:t>
            </a:r>
            <a:r>
              <a:rPr lang="en-US" altLang="zh-CN" sz="1400" b="1" smtClean="0">
                <a:solidFill>
                  <a:srgbClr val="FF0000"/>
                </a:solidFill>
                <a:latin typeface="Courier New" pitchFamily="49" charset="0"/>
                <a:cs typeface="Courier New" pitchFamily="49" charset="0"/>
              </a:rPr>
              <a:t>hwnd</a:t>
            </a:r>
            <a:r>
              <a:rPr lang="en-US" altLang="zh-CN" sz="1400" b="1" smtClean="0">
                <a:latin typeface="Courier New" pitchFamily="49" charset="0"/>
                <a:cs typeface="Courier New" pitchFamily="49" charset="0"/>
              </a:rPr>
              <a:t>);</a:t>
            </a:r>
          </a:p>
          <a:p>
            <a:pPr>
              <a:lnSpc>
                <a:spcPct val="90000"/>
              </a:lnSpc>
              <a:spcBef>
                <a:spcPts val="0"/>
              </a:spcBef>
              <a:buNone/>
            </a:pPr>
            <a:endParaRPr lang="en-US" altLang="zh-CN" sz="1400" b="1" smtClean="0">
              <a:latin typeface="Courier New" pitchFamily="49" charset="0"/>
              <a:cs typeface="Courier New" pitchFamily="49" charset="0"/>
            </a:endParaRPr>
          </a:p>
          <a:p>
            <a:pPr>
              <a:lnSpc>
                <a:spcPct val="90000"/>
              </a:lnSpc>
              <a:spcBef>
                <a:spcPts val="0"/>
              </a:spcBef>
              <a:buNone/>
            </a:pPr>
            <a:r>
              <a:rPr lang="en-US" altLang="zh-CN" sz="1400" b="1" smtClean="0">
                <a:latin typeface="Courier New" pitchFamily="49" charset="0"/>
                <a:cs typeface="Courier New" pitchFamily="49" charset="0"/>
              </a:rPr>
              <a:t>    while (GetMessage (&amp;msg, NULL, 0, 0)) {</a:t>
            </a:r>
          </a:p>
          <a:p>
            <a:pPr>
              <a:lnSpc>
                <a:spcPct val="90000"/>
              </a:lnSpc>
              <a:spcBef>
                <a:spcPts val="0"/>
              </a:spcBef>
              <a:buNone/>
            </a:pPr>
            <a:r>
              <a:rPr lang="en-US" altLang="zh-CN" sz="1400" b="1" smtClean="0">
                <a:latin typeface="Courier New" pitchFamily="49" charset="0"/>
                <a:cs typeface="Courier New" pitchFamily="49" charset="0"/>
              </a:rPr>
              <a:t>        TranslateMessage (&amp;msg);</a:t>
            </a:r>
          </a:p>
          <a:p>
            <a:pPr>
              <a:lnSpc>
                <a:spcPct val="90000"/>
              </a:lnSpc>
              <a:spcBef>
                <a:spcPts val="0"/>
              </a:spcBef>
              <a:buNone/>
            </a:pPr>
            <a:r>
              <a:rPr lang="en-US" altLang="zh-CN" sz="1400" b="1" smtClean="0">
                <a:latin typeface="Courier New" pitchFamily="49" charset="0"/>
                <a:cs typeface="Courier New" pitchFamily="49" charset="0"/>
              </a:rPr>
              <a:t>        DispatchMessage (&amp;msg);</a:t>
            </a:r>
          </a:p>
          <a:p>
            <a:pPr>
              <a:lnSpc>
                <a:spcPct val="90000"/>
              </a:lnSpc>
              <a:spcBef>
                <a:spcPts val="0"/>
              </a:spcBef>
              <a:buNone/>
            </a:pPr>
            <a:r>
              <a:rPr lang="en-US" altLang="zh-CN" sz="1400" b="1" smtClean="0">
                <a:latin typeface="Courier New" pitchFamily="49" charset="0"/>
                <a:cs typeface="Courier New" pitchFamily="49" charset="0"/>
              </a:rPr>
              <a:t>    }</a:t>
            </a:r>
          </a:p>
          <a:p>
            <a:pPr>
              <a:lnSpc>
                <a:spcPct val="90000"/>
              </a:lnSpc>
              <a:spcBef>
                <a:spcPts val="0"/>
              </a:spcBef>
              <a:buNone/>
            </a:pPr>
            <a:r>
              <a:rPr lang="en-US" altLang="zh-CN" sz="1400" b="1" smtClean="0">
                <a:latin typeface="Courier New" pitchFamily="49" charset="0"/>
                <a:cs typeface="Courier New" pitchFamily="49" charset="0"/>
              </a:rPr>
              <a:t>    return msg.wParam;</a:t>
            </a:r>
          </a:p>
          <a:p>
            <a:pPr>
              <a:lnSpc>
                <a:spcPct val="90000"/>
              </a:lnSpc>
              <a:spcBef>
                <a:spcPts val="0"/>
              </a:spcBef>
              <a:buNone/>
            </a:pPr>
            <a:r>
              <a:rPr lang="en-US" altLang="zh-CN" sz="1400" b="1" smtClean="0">
                <a:latin typeface="Courier New" pitchFamily="49" charset="0"/>
                <a:cs typeface="Courier New" pitchFamily="49" charset="0"/>
              </a:rPr>
              <a:t>}</a:t>
            </a:r>
            <a:endParaRPr lang="zh-CN" altLang="en-US" sz="1400" b="1">
              <a:latin typeface="Courier New" pitchFamily="49" charset="0"/>
              <a:cs typeface="Courier New" pitchFamily="49" charset="0"/>
            </a:endParaRPr>
          </a:p>
        </p:txBody>
      </p:sp>
      <p:sp>
        <p:nvSpPr>
          <p:cNvPr id="4" name="灯片编号占位符 3"/>
          <p:cNvSpPr>
            <a:spLocks noGrp="1"/>
          </p:cNvSpPr>
          <p:nvPr>
            <p:ph type="sldNum" sz="quarter" idx="12"/>
          </p:nvPr>
        </p:nvSpPr>
        <p:spPr/>
        <p:txBody>
          <a:bodyPr/>
          <a:lstStyle/>
          <a:p>
            <a:fld id="{A2C77EB3-02C0-4470-866D-D490C6B1E316}" type="slidenum">
              <a:rPr lang="zh-CN" altLang="en-US" smtClean="0"/>
              <a:pPr/>
              <a:t>46</a:t>
            </a:fld>
            <a:endParaRPr lang="zh-CN" altLang="en-US" dirty="0"/>
          </a:p>
        </p:txBody>
      </p:sp>
      <p:sp>
        <p:nvSpPr>
          <p:cNvPr id="5" name="圆角矩形标注 4"/>
          <p:cNvSpPr/>
          <p:nvPr/>
        </p:nvSpPr>
        <p:spPr>
          <a:xfrm>
            <a:off x="7043335" y="1647825"/>
            <a:ext cx="1926040" cy="433459"/>
          </a:xfrm>
          <a:prstGeom prst="wedgeRoundRectCallout">
            <a:avLst>
              <a:gd name="adj1" fmla="val -77290"/>
              <a:gd name="adj2" fmla="val 69061"/>
              <a:gd name="adj3" fmla="val 16667"/>
            </a:avLst>
          </a:prstGeom>
          <a:solidFill>
            <a:schemeClr val="accent1">
              <a:lumMod val="40000"/>
              <a:lumOff val="60000"/>
            </a:schemeClr>
          </a:solidFill>
          <a:ln w="19050">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1400" dirty="0" smtClean="0">
                <a:solidFill>
                  <a:schemeClr val="tx1"/>
                </a:solidFill>
                <a:latin typeface="Calibri Light" panose="020F0302020204030204" pitchFamily="34" charset="0"/>
                <a:cs typeface="Calibri Light" panose="020F0302020204030204" pitchFamily="34" charset="0"/>
              </a:rPr>
              <a:t>为窗口设置一些样式</a:t>
            </a:r>
            <a:endParaRPr lang="zh-CN" altLang="en-US" sz="1400" dirty="0">
              <a:solidFill>
                <a:schemeClr val="tx1"/>
              </a:solidFill>
              <a:latin typeface="Calibri Light" panose="020F0302020204030204" pitchFamily="34" charset="0"/>
              <a:cs typeface="Calibri Light" panose="020F0302020204030204" pitchFamily="34" charset="0"/>
            </a:endParaRPr>
          </a:p>
        </p:txBody>
      </p:sp>
      <p:sp>
        <p:nvSpPr>
          <p:cNvPr id="6" name="圆角矩形标注 5"/>
          <p:cNvSpPr/>
          <p:nvPr/>
        </p:nvSpPr>
        <p:spPr bwMode="auto">
          <a:xfrm>
            <a:off x="800100" y="5812632"/>
            <a:ext cx="7298375" cy="633412"/>
          </a:xfrm>
          <a:prstGeom prst="wedgeRoundRectCallout">
            <a:avLst>
              <a:gd name="adj1" fmla="val 1966"/>
              <a:gd name="adj2" fmla="val -215139"/>
              <a:gd name="adj3" fmla="val 16667"/>
            </a:avLst>
          </a:prstGeom>
          <a:solidFill>
            <a:schemeClr val="accent5"/>
          </a:solidFill>
          <a:ln w="9525" cap="flat" cmpd="sng" algn="ctr">
            <a:solidFill>
              <a:schemeClr val="tx1"/>
            </a:solidFill>
            <a:prstDash val="solid"/>
            <a:round/>
            <a:headEnd type="none" w="med" len="med"/>
            <a:tailEnd type="none" w="med" len="med"/>
          </a:ln>
        </p:spPr>
        <p:txBody>
          <a:bodyPr vert="horz" wrap="square" lIns="91440" tIns="45720" rIns="91440" bIns="45720" numCol="1" rtlCol="0" anchor="ctr" anchorCtr="0" compatLnSpc="1"/>
          <a:lstStyle/>
          <a:p>
            <a:pPr fontAlgn="base">
              <a:lnSpc>
                <a:spcPct val="90000"/>
              </a:lnSpc>
              <a:spcBef>
                <a:spcPct val="20000"/>
              </a:spcBef>
              <a:spcAft>
                <a:spcPct val="0"/>
              </a:spcAft>
              <a:buClr>
                <a:schemeClr val="folHlink"/>
              </a:buClr>
              <a:buSzPct val="60000"/>
            </a:pPr>
            <a:r>
              <a:rPr lang="zh-CN" altLang="en-US" sz="2000" dirty="0" smtClean="0"/>
              <a:t>问题</a:t>
            </a:r>
            <a:r>
              <a:rPr lang="en-US" altLang="zh-CN" sz="2000" dirty="0" smtClean="0"/>
              <a:t>2.2</a:t>
            </a:r>
            <a:r>
              <a:rPr lang="zh-CN" altLang="en-US" sz="2000" dirty="0"/>
              <a:t>：消息循环无限执行，为何</a:t>
            </a:r>
            <a:r>
              <a:rPr lang="en-US" altLang="zh-CN" sz="2000" dirty="0"/>
              <a:t>CPU</a:t>
            </a:r>
            <a:r>
              <a:rPr lang="zh-CN" altLang="en-US" sz="2000" dirty="0"/>
              <a:t>占用率没有提高？</a:t>
            </a:r>
            <a:endParaRPr kumimoji="1" lang="zh-CN" altLang="en-US" sz="2000" b="0" i="0" u="none" strike="noStrike" cap="none" normalizeH="0" baseline="0" dirty="0" smtClean="0">
              <a:ln>
                <a:noFill/>
              </a:ln>
              <a:solidFill>
                <a:schemeClr val="tx1"/>
              </a:solidFill>
              <a:effectLst/>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226794127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blinds(horizontal)">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1" presetClass="exit" presetSubtype="0" fill="hold" grpId="1" nodeType="clickEffect">
                                  <p:stCondLst>
                                    <p:cond delay="0"/>
                                  </p:stCondLst>
                                  <p:childTnLst>
                                    <p:set>
                                      <p:cBhvr>
                                        <p:cTn id="15" dur="1" fill="hold">
                                          <p:stCondLst>
                                            <p:cond delay="0"/>
                                          </p:stCondLst>
                                        </p:cTn>
                                        <p:tgtEl>
                                          <p:spTgt spid="6"/>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6" grpId="1" animBg="1"/>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API</a:t>
            </a:r>
            <a:r>
              <a:rPr lang="zh-CN" altLang="en-US" dirty="0"/>
              <a:t>案例：最简</a:t>
            </a:r>
            <a:r>
              <a:rPr lang="en-US" altLang="zh-CN" dirty="0"/>
              <a:t>Win32</a:t>
            </a:r>
            <a:r>
              <a:rPr lang="zh-CN" altLang="en-US" dirty="0"/>
              <a:t>程序</a:t>
            </a:r>
          </a:p>
        </p:txBody>
      </p:sp>
      <p:sp>
        <p:nvSpPr>
          <p:cNvPr id="3" name="内容占位符 2"/>
          <p:cNvSpPr>
            <a:spLocks noGrp="1"/>
          </p:cNvSpPr>
          <p:nvPr>
            <p:ph idx="1"/>
          </p:nvPr>
        </p:nvSpPr>
        <p:spPr/>
        <p:txBody>
          <a:bodyPr/>
          <a:lstStyle/>
          <a:p>
            <a:pPr>
              <a:lnSpc>
                <a:spcPct val="90000"/>
              </a:lnSpc>
              <a:spcBef>
                <a:spcPts val="0"/>
              </a:spcBef>
              <a:buNone/>
            </a:pPr>
            <a:r>
              <a:rPr lang="en-US" altLang="zh-CN" sz="1400" b="1" dirty="0" smtClean="0">
                <a:latin typeface="Courier New" pitchFamily="49" charset="0"/>
                <a:cs typeface="Courier New" pitchFamily="49" charset="0"/>
              </a:rPr>
              <a:t>LRESULT CALLBACK </a:t>
            </a:r>
            <a:r>
              <a:rPr lang="en-US" altLang="zh-CN" sz="1400" b="1" dirty="0" err="1" smtClean="0">
                <a:latin typeface="Courier New" pitchFamily="49" charset="0"/>
                <a:cs typeface="Courier New" pitchFamily="49" charset="0"/>
              </a:rPr>
              <a:t>WndProc</a:t>
            </a:r>
            <a:r>
              <a:rPr lang="en-US" altLang="zh-CN" sz="1400" b="1" dirty="0" smtClean="0">
                <a:latin typeface="Courier New" pitchFamily="49" charset="0"/>
                <a:cs typeface="Courier New" pitchFamily="49" charset="0"/>
              </a:rPr>
              <a:t> (HWND </a:t>
            </a:r>
            <a:r>
              <a:rPr lang="en-US" altLang="zh-CN" sz="1400" b="1" dirty="0" err="1" smtClean="0">
                <a:solidFill>
                  <a:srgbClr val="FF0000"/>
                </a:solidFill>
                <a:latin typeface="Courier New" pitchFamily="49" charset="0"/>
                <a:cs typeface="Courier New" pitchFamily="49" charset="0"/>
              </a:rPr>
              <a:t>hwnd</a:t>
            </a:r>
            <a:r>
              <a:rPr lang="en-US" altLang="zh-CN" sz="1400" b="1" dirty="0" smtClean="0">
                <a:latin typeface="Courier New" pitchFamily="49" charset="0"/>
                <a:cs typeface="Courier New" pitchFamily="49" charset="0"/>
              </a:rPr>
              <a:t>, UINT </a:t>
            </a:r>
            <a:r>
              <a:rPr lang="en-US" altLang="zh-CN" sz="1400" b="1" dirty="0" smtClean="0">
                <a:solidFill>
                  <a:srgbClr val="00B050"/>
                </a:solidFill>
                <a:latin typeface="Courier New" pitchFamily="49" charset="0"/>
                <a:cs typeface="Courier New" pitchFamily="49" charset="0"/>
              </a:rPr>
              <a:t>message</a:t>
            </a:r>
            <a:r>
              <a:rPr lang="en-US" altLang="zh-CN" sz="1400" b="1" dirty="0" smtClean="0">
                <a:latin typeface="Courier New" pitchFamily="49" charset="0"/>
                <a:cs typeface="Courier New" pitchFamily="49" charset="0"/>
              </a:rPr>
              <a:t>, WPARAM </a:t>
            </a:r>
            <a:r>
              <a:rPr lang="en-US" altLang="zh-CN" sz="1400" b="1" dirty="0" err="1" smtClean="0">
                <a:latin typeface="Courier New" pitchFamily="49" charset="0"/>
                <a:cs typeface="Courier New" pitchFamily="49" charset="0"/>
              </a:rPr>
              <a:t>wParam</a:t>
            </a:r>
            <a:r>
              <a:rPr lang="en-US" altLang="zh-CN" sz="1400" b="1" dirty="0" smtClean="0">
                <a:latin typeface="Courier New" pitchFamily="49" charset="0"/>
                <a:cs typeface="Courier New" pitchFamily="49" charset="0"/>
              </a:rPr>
              <a:t>,</a:t>
            </a:r>
          </a:p>
          <a:p>
            <a:pPr>
              <a:lnSpc>
                <a:spcPct val="90000"/>
              </a:lnSpc>
              <a:spcBef>
                <a:spcPts val="0"/>
              </a:spcBef>
              <a:buNone/>
            </a:pPr>
            <a:r>
              <a:rPr lang="en-US" altLang="zh-CN" sz="1400" b="1" dirty="0" smtClean="0">
                <a:latin typeface="Courier New" pitchFamily="49" charset="0"/>
                <a:cs typeface="Courier New" pitchFamily="49" charset="0"/>
              </a:rPr>
              <a:t>    LPARAM </a:t>
            </a:r>
            <a:r>
              <a:rPr lang="en-US" altLang="zh-CN" sz="1400" b="1" dirty="0" err="1" smtClean="0">
                <a:latin typeface="Courier New" pitchFamily="49" charset="0"/>
                <a:cs typeface="Courier New" pitchFamily="49" charset="0"/>
              </a:rPr>
              <a:t>lParam</a:t>
            </a:r>
            <a:r>
              <a:rPr lang="en-US" altLang="zh-CN" sz="1400" b="1" dirty="0" smtClean="0">
                <a:latin typeface="Courier New" pitchFamily="49" charset="0"/>
                <a:cs typeface="Courier New" pitchFamily="49" charset="0"/>
              </a:rPr>
              <a:t>)</a:t>
            </a:r>
          </a:p>
          <a:p>
            <a:pPr>
              <a:lnSpc>
                <a:spcPct val="90000"/>
              </a:lnSpc>
              <a:spcBef>
                <a:spcPts val="0"/>
              </a:spcBef>
              <a:buNone/>
            </a:pPr>
            <a:r>
              <a:rPr lang="en-US" altLang="zh-CN" sz="1400" b="1" dirty="0" smtClean="0">
                <a:latin typeface="Courier New" pitchFamily="49" charset="0"/>
                <a:cs typeface="Courier New" pitchFamily="49" charset="0"/>
              </a:rPr>
              <a:t>{</a:t>
            </a:r>
          </a:p>
          <a:p>
            <a:pPr>
              <a:lnSpc>
                <a:spcPct val="90000"/>
              </a:lnSpc>
              <a:spcBef>
                <a:spcPts val="0"/>
              </a:spcBef>
              <a:buNone/>
            </a:pPr>
            <a:r>
              <a:rPr lang="en-US" altLang="zh-CN" sz="1400" b="1" dirty="0" smtClean="0">
                <a:latin typeface="Courier New" pitchFamily="49" charset="0"/>
                <a:cs typeface="Courier New" pitchFamily="49" charset="0"/>
              </a:rPr>
              <a:t>    PAINTSTRUCT </a:t>
            </a:r>
            <a:r>
              <a:rPr lang="en-US" altLang="zh-CN" sz="1400" b="1" dirty="0" err="1" smtClean="0">
                <a:latin typeface="Courier New" pitchFamily="49" charset="0"/>
                <a:cs typeface="Courier New" pitchFamily="49" charset="0"/>
              </a:rPr>
              <a:t>ps</a:t>
            </a:r>
            <a:r>
              <a:rPr lang="en-US" altLang="zh-CN" sz="1400" b="1" dirty="0" smtClean="0">
                <a:latin typeface="Courier New" pitchFamily="49" charset="0"/>
                <a:cs typeface="Courier New" pitchFamily="49" charset="0"/>
              </a:rPr>
              <a:t>;</a:t>
            </a:r>
          </a:p>
          <a:p>
            <a:pPr>
              <a:lnSpc>
                <a:spcPct val="90000"/>
              </a:lnSpc>
              <a:spcBef>
                <a:spcPts val="0"/>
              </a:spcBef>
              <a:buNone/>
            </a:pPr>
            <a:r>
              <a:rPr lang="en-US" altLang="zh-CN" sz="1400" b="1" dirty="0" smtClean="0">
                <a:latin typeface="Courier New" pitchFamily="49" charset="0"/>
                <a:cs typeface="Courier New" pitchFamily="49" charset="0"/>
              </a:rPr>
              <a:t>    HDC </a:t>
            </a:r>
            <a:r>
              <a:rPr lang="en-US" altLang="zh-CN" sz="1400" b="1" dirty="0" err="1" smtClean="0">
                <a:solidFill>
                  <a:srgbClr val="0000FF"/>
                </a:solidFill>
                <a:latin typeface="Courier New" pitchFamily="49" charset="0"/>
                <a:cs typeface="Courier New" pitchFamily="49" charset="0"/>
              </a:rPr>
              <a:t>hdc</a:t>
            </a:r>
            <a:r>
              <a:rPr lang="en-US" altLang="zh-CN" sz="1400" b="1" dirty="0" smtClean="0">
                <a:latin typeface="Courier New" pitchFamily="49" charset="0"/>
                <a:cs typeface="Courier New" pitchFamily="49" charset="0"/>
              </a:rPr>
              <a:t>;</a:t>
            </a:r>
          </a:p>
          <a:p>
            <a:pPr>
              <a:lnSpc>
                <a:spcPct val="90000"/>
              </a:lnSpc>
              <a:spcBef>
                <a:spcPts val="0"/>
              </a:spcBef>
              <a:buNone/>
            </a:pPr>
            <a:endParaRPr lang="en-US" altLang="zh-CN" sz="1400" b="1" dirty="0" smtClean="0">
              <a:latin typeface="Courier New" pitchFamily="49" charset="0"/>
              <a:cs typeface="Courier New" pitchFamily="49" charset="0"/>
            </a:endParaRPr>
          </a:p>
          <a:p>
            <a:pPr>
              <a:lnSpc>
                <a:spcPct val="90000"/>
              </a:lnSpc>
              <a:spcBef>
                <a:spcPts val="0"/>
              </a:spcBef>
              <a:buNone/>
            </a:pPr>
            <a:r>
              <a:rPr lang="en-US" altLang="zh-CN" sz="1400" b="1" dirty="0" smtClean="0">
                <a:latin typeface="Courier New" pitchFamily="49" charset="0"/>
                <a:cs typeface="Courier New" pitchFamily="49" charset="0"/>
              </a:rPr>
              <a:t>    switch (</a:t>
            </a:r>
            <a:r>
              <a:rPr lang="en-US" altLang="zh-CN" sz="1400" b="1" dirty="0" smtClean="0">
                <a:solidFill>
                  <a:srgbClr val="00B050"/>
                </a:solidFill>
                <a:latin typeface="Courier New" pitchFamily="49" charset="0"/>
                <a:cs typeface="Courier New" pitchFamily="49" charset="0"/>
              </a:rPr>
              <a:t>message</a:t>
            </a:r>
            <a:r>
              <a:rPr lang="en-US" altLang="zh-CN" sz="1400" b="1" dirty="0" smtClean="0">
                <a:latin typeface="Courier New" pitchFamily="49" charset="0"/>
                <a:cs typeface="Courier New" pitchFamily="49" charset="0"/>
              </a:rPr>
              <a:t>) {</a:t>
            </a:r>
          </a:p>
          <a:p>
            <a:pPr>
              <a:lnSpc>
                <a:spcPct val="90000"/>
              </a:lnSpc>
              <a:spcBef>
                <a:spcPts val="0"/>
              </a:spcBef>
              <a:buNone/>
            </a:pPr>
            <a:r>
              <a:rPr lang="en-US" altLang="zh-CN" sz="1400" b="1" dirty="0" smtClean="0">
                <a:latin typeface="Courier New" pitchFamily="49" charset="0"/>
                <a:cs typeface="Courier New" pitchFamily="49" charset="0"/>
              </a:rPr>
              <a:t>    </a:t>
            </a:r>
          </a:p>
          <a:p>
            <a:pPr>
              <a:lnSpc>
                <a:spcPct val="90000"/>
              </a:lnSpc>
              <a:spcBef>
                <a:spcPts val="0"/>
              </a:spcBef>
              <a:buNone/>
            </a:pPr>
            <a:r>
              <a:rPr lang="en-US" altLang="zh-CN" sz="1400" b="1" dirty="0" smtClean="0">
                <a:latin typeface="Courier New" pitchFamily="49" charset="0"/>
                <a:cs typeface="Courier New" pitchFamily="49" charset="0"/>
              </a:rPr>
              <a:t>    case WM_PAINT:</a:t>
            </a:r>
          </a:p>
          <a:p>
            <a:pPr>
              <a:lnSpc>
                <a:spcPct val="90000"/>
              </a:lnSpc>
              <a:spcBef>
                <a:spcPts val="0"/>
              </a:spcBef>
              <a:buNone/>
            </a:pPr>
            <a:r>
              <a:rPr lang="en-US" altLang="zh-CN" sz="1400" b="1" dirty="0" smtClean="0">
                <a:latin typeface="Courier New" pitchFamily="49" charset="0"/>
                <a:cs typeface="Courier New" pitchFamily="49" charset="0"/>
              </a:rPr>
              <a:t>        </a:t>
            </a:r>
            <a:r>
              <a:rPr lang="en-US" altLang="zh-CN" sz="1400" b="1" dirty="0" err="1" smtClean="0">
                <a:solidFill>
                  <a:srgbClr val="0000FF"/>
                </a:solidFill>
                <a:latin typeface="Courier New" pitchFamily="49" charset="0"/>
                <a:cs typeface="Courier New" pitchFamily="49" charset="0"/>
              </a:rPr>
              <a:t>hdc</a:t>
            </a:r>
            <a:r>
              <a:rPr lang="en-US" altLang="zh-CN" sz="1400" b="1" dirty="0" smtClean="0">
                <a:latin typeface="Courier New" pitchFamily="49" charset="0"/>
                <a:cs typeface="Courier New" pitchFamily="49" charset="0"/>
              </a:rPr>
              <a:t> = </a:t>
            </a:r>
            <a:r>
              <a:rPr lang="en-US" altLang="zh-CN" sz="1400" b="1" dirty="0" err="1" smtClean="0">
                <a:latin typeface="Courier New" pitchFamily="49" charset="0"/>
                <a:cs typeface="Courier New" pitchFamily="49" charset="0"/>
              </a:rPr>
              <a:t>BeginPaint</a:t>
            </a:r>
            <a:r>
              <a:rPr lang="en-US" altLang="zh-CN" sz="1400" b="1" dirty="0" smtClean="0">
                <a:latin typeface="Courier New" pitchFamily="49" charset="0"/>
                <a:cs typeface="Courier New" pitchFamily="49" charset="0"/>
              </a:rPr>
              <a:t> (</a:t>
            </a:r>
            <a:r>
              <a:rPr lang="en-US" altLang="zh-CN" sz="1400" b="1" dirty="0" err="1" smtClean="0">
                <a:solidFill>
                  <a:srgbClr val="FF0000"/>
                </a:solidFill>
                <a:latin typeface="Courier New" pitchFamily="49" charset="0"/>
                <a:cs typeface="Courier New" pitchFamily="49" charset="0"/>
              </a:rPr>
              <a:t>hwnd</a:t>
            </a:r>
            <a:r>
              <a:rPr lang="en-US" altLang="zh-CN" sz="1400" b="1" dirty="0" smtClean="0">
                <a:latin typeface="Courier New" pitchFamily="49" charset="0"/>
                <a:cs typeface="Courier New" pitchFamily="49" charset="0"/>
              </a:rPr>
              <a:t>, &amp;</a:t>
            </a:r>
            <a:r>
              <a:rPr lang="en-US" altLang="zh-CN" sz="1400" b="1" dirty="0" err="1" smtClean="0">
                <a:latin typeface="Courier New" pitchFamily="49" charset="0"/>
                <a:cs typeface="Courier New" pitchFamily="49" charset="0"/>
              </a:rPr>
              <a:t>ps</a:t>
            </a:r>
            <a:r>
              <a:rPr lang="en-US" altLang="zh-CN" sz="1400" b="1" dirty="0" smtClean="0">
                <a:latin typeface="Courier New" pitchFamily="49" charset="0"/>
                <a:cs typeface="Courier New" pitchFamily="49" charset="0"/>
              </a:rPr>
              <a:t>);</a:t>
            </a:r>
          </a:p>
          <a:p>
            <a:pPr>
              <a:lnSpc>
                <a:spcPct val="90000"/>
              </a:lnSpc>
              <a:spcBef>
                <a:spcPts val="0"/>
              </a:spcBef>
              <a:buNone/>
            </a:pPr>
            <a:r>
              <a:rPr lang="en-US" altLang="zh-CN" sz="1400" b="1" dirty="0" smtClean="0">
                <a:latin typeface="Courier New" pitchFamily="49" charset="0"/>
                <a:cs typeface="Courier New" pitchFamily="49" charset="0"/>
              </a:rPr>
              <a:t>        Ellipse (</a:t>
            </a:r>
            <a:r>
              <a:rPr lang="en-US" altLang="zh-CN" sz="1400" b="1" dirty="0" err="1" smtClean="0">
                <a:solidFill>
                  <a:srgbClr val="0000FF"/>
                </a:solidFill>
                <a:latin typeface="Courier New" pitchFamily="49" charset="0"/>
                <a:cs typeface="Courier New" pitchFamily="49" charset="0"/>
              </a:rPr>
              <a:t>hdc</a:t>
            </a:r>
            <a:r>
              <a:rPr lang="en-US" altLang="zh-CN" sz="1400" b="1" dirty="0" smtClean="0">
                <a:latin typeface="Courier New" pitchFamily="49" charset="0"/>
                <a:cs typeface="Courier New" pitchFamily="49" charset="0"/>
              </a:rPr>
              <a:t>, 0, 0, 200, 100);</a:t>
            </a:r>
          </a:p>
          <a:p>
            <a:pPr>
              <a:lnSpc>
                <a:spcPct val="90000"/>
              </a:lnSpc>
              <a:spcBef>
                <a:spcPts val="0"/>
              </a:spcBef>
              <a:buNone/>
            </a:pPr>
            <a:r>
              <a:rPr lang="en-US" altLang="zh-CN" sz="1400" b="1" dirty="0" smtClean="0">
                <a:latin typeface="Courier New" pitchFamily="49" charset="0"/>
                <a:cs typeface="Courier New" pitchFamily="49" charset="0"/>
              </a:rPr>
              <a:t>        </a:t>
            </a:r>
            <a:r>
              <a:rPr lang="en-US" altLang="zh-CN" sz="1400" b="1" dirty="0" err="1" smtClean="0">
                <a:latin typeface="Courier New" pitchFamily="49" charset="0"/>
                <a:cs typeface="Courier New" pitchFamily="49" charset="0"/>
              </a:rPr>
              <a:t>EndPaint</a:t>
            </a:r>
            <a:r>
              <a:rPr lang="en-US" altLang="zh-CN" sz="1400" b="1" dirty="0" smtClean="0">
                <a:latin typeface="Courier New" pitchFamily="49" charset="0"/>
                <a:cs typeface="Courier New" pitchFamily="49" charset="0"/>
              </a:rPr>
              <a:t> (</a:t>
            </a:r>
            <a:r>
              <a:rPr lang="en-US" altLang="zh-CN" sz="1400" b="1" dirty="0" err="1" smtClean="0">
                <a:solidFill>
                  <a:srgbClr val="FF0000"/>
                </a:solidFill>
                <a:latin typeface="Courier New" pitchFamily="49" charset="0"/>
                <a:cs typeface="Courier New" pitchFamily="49" charset="0"/>
              </a:rPr>
              <a:t>hwnd</a:t>
            </a:r>
            <a:r>
              <a:rPr lang="en-US" altLang="zh-CN" sz="1400" b="1" dirty="0" smtClean="0">
                <a:latin typeface="Courier New" pitchFamily="49" charset="0"/>
                <a:cs typeface="Courier New" pitchFamily="49" charset="0"/>
              </a:rPr>
              <a:t>, &amp;</a:t>
            </a:r>
            <a:r>
              <a:rPr lang="en-US" altLang="zh-CN" sz="1400" b="1" dirty="0" err="1" smtClean="0">
                <a:latin typeface="Courier New" pitchFamily="49" charset="0"/>
                <a:cs typeface="Courier New" pitchFamily="49" charset="0"/>
              </a:rPr>
              <a:t>ps</a:t>
            </a:r>
            <a:r>
              <a:rPr lang="en-US" altLang="zh-CN" sz="1400" b="1" dirty="0" smtClean="0">
                <a:latin typeface="Courier New" pitchFamily="49" charset="0"/>
                <a:cs typeface="Courier New" pitchFamily="49" charset="0"/>
              </a:rPr>
              <a:t>);</a:t>
            </a:r>
          </a:p>
          <a:p>
            <a:pPr>
              <a:lnSpc>
                <a:spcPct val="90000"/>
              </a:lnSpc>
              <a:spcBef>
                <a:spcPts val="0"/>
              </a:spcBef>
              <a:buNone/>
            </a:pPr>
            <a:r>
              <a:rPr lang="en-US" altLang="zh-CN" sz="1400" b="1" dirty="0" smtClean="0">
                <a:latin typeface="Courier New" pitchFamily="49" charset="0"/>
                <a:cs typeface="Courier New" pitchFamily="49" charset="0"/>
              </a:rPr>
              <a:t>        return 0;</a:t>
            </a:r>
          </a:p>
          <a:p>
            <a:pPr>
              <a:lnSpc>
                <a:spcPct val="90000"/>
              </a:lnSpc>
              <a:spcBef>
                <a:spcPts val="0"/>
              </a:spcBef>
              <a:buNone/>
            </a:pPr>
            <a:endParaRPr lang="en-US" altLang="zh-CN" sz="1400" b="1" dirty="0" smtClean="0">
              <a:latin typeface="Courier New" pitchFamily="49" charset="0"/>
              <a:cs typeface="Courier New" pitchFamily="49" charset="0"/>
            </a:endParaRPr>
          </a:p>
          <a:p>
            <a:pPr>
              <a:lnSpc>
                <a:spcPct val="90000"/>
              </a:lnSpc>
              <a:spcBef>
                <a:spcPts val="0"/>
              </a:spcBef>
              <a:buNone/>
            </a:pPr>
            <a:r>
              <a:rPr lang="en-US" altLang="zh-CN" sz="1400" b="1" dirty="0" smtClean="0">
                <a:latin typeface="Courier New" pitchFamily="49" charset="0"/>
                <a:cs typeface="Courier New" pitchFamily="49" charset="0"/>
              </a:rPr>
              <a:t>    case WM_DESTROY:</a:t>
            </a:r>
          </a:p>
          <a:p>
            <a:pPr>
              <a:lnSpc>
                <a:spcPct val="90000"/>
              </a:lnSpc>
              <a:spcBef>
                <a:spcPts val="0"/>
              </a:spcBef>
              <a:buNone/>
            </a:pPr>
            <a:r>
              <a:rPr lang="en-US" altLang="zh-CN" sz="1400" b="1" dirty="0" smtClean="0">
                <a:latin typeface="Courier New" pitchFamily="49" charset="0"/>
                <a:cs typeface="Courier New" pitchFamily="49" charset="0"/>
              </a:rPr>
              <a:t>        </a:t>
            </a:r>
            <a:r>
              <a:rPr lang="en-US" altLang="zh-CN" sz="1400" b="1" dirty="0" err="1" smtClean="0">
                <a:latin typeface="Courier New" pitchFamily="49" charset="0"/>
                <a:cs typeface="Courier New" pitchFamily="49" charset="0"/>
              </a:rPr>
              <a:t>PostQuitMessage</a:t>
            </a:r>
            <a:r>
              <a:rPr lang="en-US" altLang="zh-CN" sz="1400" b="1" dirty="0" smtClean="0">
                <a:latin typeface="Courier New" pitchFamily="49" charset="0"/>
                <a:cs typeface="Courier New" pitchFamily="49" charset="0"/>
              </a:rPr>
              <a:t> (0);</a:t>
            </a:r>
          </a:p>
          <a:p>
            <a:pPr>
              <a:lnSpc>
                <a:spcPct val="90000"/>
              </a:lnSpc>
              <a:spcBef>
                <a:spcPts val="0"/>
              </a:spcBef>
              <a:buNone/>
            </a:pPr>
            <a:r>
              <a:rPr lang="en-US" altLang="zh-CN" sz="1400" b="1" dirty="0" smtClean="0">
                <a:latin typeface="Courier New" pitchFamily="49" charset="0"/>
                <a:cs typeface="Courier New" pitchFamily="49" charset="0"/>
              </a:rPr>
              <a:t>        return 0;</a:t>
            </a:r>
          </a:p>
          <a:p>
            <a:pPr>
              <a:lnSpc>
                <a:spcPct val="90000"/>
              </a:lnSpc>
              <a:spcBef>
                <a:spcPts val="0"/>
              </a:spcBef>
              <a:buNone/>
            </a:pPr>
            <a:r>
              <a:rPr lang="en-US" altLang="zh-CN" sz="1400" b="1" dirty="0" smtClean="0">
                <a:latin typeface="Courier New" pitchFamily="49" charset="0"/>
                <a:cs typeface="Courier New" pitchFamily="49" charset="0"/>
              </a:rPr>
              <a:t>    }</a:t>
            </a:r>
          </a:p>
          <a:p>
            <a:pPr>
              <a:lnSpc>
                <a:spcPct val="90000"/>
              </a:lnSpc>
              <a:spcBef>
                <a:spcPts val="0"/>
              </a:spcBef>
              <a:buNone/>
            </a:pPr>
            <a:r>
              <a:rPr lang="en-US" altLang="zh-CN" sz="1400" b="1" dirty="0" smtClean="0">
                <a:latin typeface="Courier New" pitchFamily="49" charset="0"/>
                <a:cs typeface="Courier New" pitchFamily="49" charset="0"/>
              </a:rPr>
              <a:t>    return </a:t>
            </a:r>
            <a:r>
              <a:rPr lang="en-US" altLang="zh-CN" sz="1400" b="1" dirty="0" err="1" smtClean="0">
                <a:latin typeface="Courier New" pitchFamily="49" charset="0"/>
                <a:cs typeface="Courier New" pitchFamily="49" charset="0"/>
              </a:rPr>
              <a:t>DefWindowProc</a:t>
            </a:r>
            <a:r>
              <a:rPr lang="en-US" altLang="zh-CN" sz="1400" b="1" dirty="0" smtClean="0">
                <a:latin typeface="Courier New" pitchFamily="49" charset="0"/>
                <a:cs typeface="Courier New" pitchFamily="49" charset="0"/>
              </a:rPr>
              <a:t> (</a:t>
            </a:r>
            <a:r>
              <a:rPr lang="en-US" altLang="zh-CN" sz="1400" b="1" dirty="0" err="1" smtClean="0">
                <a:solidFill>
                  <a:srgbClr val="FF0000"/>
                </a:solidFill>
                <a:latin typeface="Courier New" pitchFamily="49" charset="0"/>
                <a:cs typeface="Courier New" pitchFamily="49" charset="0"/>
              </a:rPr>
              <a:t>hwnd</a:t>
            </a:r>
            <a:r>
              <a:rPr lang="en-US" altLang="zh-CN" sz="1400" b="1" dirty="0" smtClean="0">
                <a:latin typeface="Courier New" pitchFamily="49" charset="0"/>
                <a:cs typeface="Courier New" pitchFamily="49" charset="0"/>
              </a:rPr>
              <a:t>, message, </a:t>
            </a:r>
            <a:r>
              <a:rPr lang="en-US" altLang="zh-CN" sz="1400" b="1" dirty="0" err="1" smtClean="0">
                <a:latin typeface="Courier New" pitchFamily="49" charset="0"/>
                <a:cs typeface="Courier New" pitchFamily="49" charset="0"/>
              </a:rPr>
              <a:t>wParam</a:t>
            </a:r>
            <a:r>
              <a:rPr lang="en-US" altLang="zh-CN" sz="1400" b="1" dirty="0" smtClean="0">
                <a:latin typeface="Courier New" pitchFamily="49" charset="0"/>
                <a:cs typeface="Courier New" pitchFamily="49" charset="0"/>
              </a:rPr>
              <a:t>, </a:t>
            </a:r>
            <a:r>
              <a:rPr lang="en-US" altLang="zh-CN" sz="1400" b="1" dirty="0" err="1" smtClean="0">
                <a:latin typeface="Courier New" pitchFamily="49" charset="0"/>
                <a:cs typeface="Courier New" pitchFamily="49" charset="0"/>
              </a:rPr>
              <a:t>lParam</a:t>
            </a:r>
            <a:r>
              <a:rPr lang="en-US" altLang="zh-CN" sz="1400" b="1" dirty="0" smtClean="0">
                <a:latin typeface="Courier New" pitchFamily="49" charset="0"/>
                <a:cs typeface="Courier New" pitchFamily="49" charset="0"/>
              </a:rPr>
              <a:t>);</a:t>
            </a:r>
          </a:p>
          <a:p>
            <a:pPr>
              <a:lnSpc>
                <a:spcPct val="90000"/>
              </a:lnSpc>
              <a:spcBef>
                <a:spcPts val="0"/>
              </a:spcBef>
              <a:buNone/>
            </a:pPr>
            <a:r>
              <a:rPr lang="en-US" altLang="zh-CN" sz="1400" b="1" dirty="0" smtClean="0">
                <a:latin typeface="Courier New" pitchFamily="49" charset="0"/>
                <a:cs typeface="Courier New" pitchFamily="49" charset="0"/>
              </a:rPr>
              <a:t>}</a:t>
            </a:r>
            <a:endParaRPr lang="zh-CN" altLang="en-US" sz="1400" b="1" dirty="0">
              <a:latin typeface="Courier New" pitchFamily="49" charset="0"/>
              <a:cs typeface="Courier New" pitchFamily="49" charset="0"/>
            </a:endParaRPr>
          </a:p>
        </p:txBody>
      </p:sp>
      <p:sp>
        <p:nvSpPr>
          <p:cNvPr id="4" name="灯片编号占位符 3"/>
          <p:cNvSpPr>
            <a:spLocks noGrp="1"/>
          </p:cNvSpPr>
          <p:nvPr>
            <p:ph type="sldNum" sz="quarter" idx="12"/>
          </p:nvPr>
        </p:nvSpPr>
        <p:spPr/>
        <p:txBody>
          <a:bodyPr/>
          <a:lstStyle/>
          <a:p>
            <a:fld id="{A2C77EB3-02C0-4470-866D-D490C6B1E316}" type="slidenum">
              <a:rPr lang="zh-CN" altLang="en-US" smtClean="0"/>
              <a:pPr/>
              <a:t>47</a:t>
            </a:fld>
            <a:endParaRPr lang="zh-CN" altLang="en-US" dirty="0"/>
          </a:p>
        </p:txBody>
      </p:sp>
    </p:spTree>
    <p:extLst>
      <p:ext uri="{BB962C8B-B14F-4D97-AF65-F5344CB8AC3E}">
        <p14:creationId xmlns:p14="http://schemas.microsoft.com/office/powerpoint/2010/main" val="59306458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theme/theme1.xml><?xml version="1.0" encoding="utf-8"?>
<a:theme xmlns:a="http://schemas.openxmlformats.org/drawingml/2006/main" name="1_Blends">
  <a:themeElements>
    <a:clrScheme name="Blends 2">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fontScheme name="Blends">
      <a:majorFont>
        <a:latin typeface="Tahoma"/>
        <a:ea typeface="宋体"/>
        <a:cs typeface=""/>
      </a:majorFont>
      <a:minorFont>
        <a:latin typeface="Tahoma"/>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gradFill rotWithShape="0">
          <a:gsLst>
            <a:gs pos="0">
              <a:srgbClr val="99CCFF"/>
            </a:gs>
            <a:gs pos="100000">
              <a:schemeClr val="bg2"/>
            </a:gs>
          </a:gsLst>
          <a:lin ang="5400000" scaled="1"/>
        </a:gradFill>
        <a:ln w="9525" cap="flat" cmpd="sng" algn="ctr">
          <a:solidFill>
            <a:schemeClr val="tx1"/>
          </a:solidFill>
          <a:prstDash val="solid"/>
          <a:round/>
          <a:headEnd type="none" w="med" len="med"/>
          <a:tailEnd type="none" w="med" len="med"/>
        </a:ln>
      </a:spPr>
      <a:bodyPr vert="horz" wrap="none" lIns="91440" tIns="45720" rIns="91440" bIns="45720" numCol="1" anchor="ctr" anchorCtr="0" compatLnSpc="1"/>
      <a:lstStyle>
        <a:defPPr marL="342900" marR="0" indent="-342900" algn="ctr" defTabSz="914400" rtl="0" eaLnBrk="1" fontAlgn="base" latinLnBrk="0" hangingPunct="1">
          <a:lnSpc>
            <a:spcPct val="90000"/>
          </a:lnSpc>
          <a:spcBef>
            <a:spcPct val="20000"/>
          </a:spcBef>
          <a:spcAft>
            <a:spcPct val="0"/>
          </a:spcAft>
          <a:buClr>
            <a:schemeClr val="folHlink"/>
          </a:buClr>
          <a:buSzPct val="60000"/>
          <a:buFont typeface="Wingdings" panose="05000000000000000000" pitchFamily="2" charset="2"/>
          <a:buChar char="n"/>
          <a:defRPr kumimoji="1" lang="en-US" sz="2800" b="0" i="0" u="none" strike="noStrike" cap="none" normalizeH="0" baseline="0" smtClean="0">
            <a:ln>
              <a:noFill/>
            </a:ln>
            <a:solidFill>
              <a:schemeClr val="tx1"/>
            </a:solidFill>
            <a:effectLst/>
            <a:latin typeface="Tahoma" panose="020B0604030504040204" pitchFamily="34" charset="0"/>
            <a:ea typeface="宋体" panose="02010600030101010101" pitchFamily="2" charset="-122"/>
          </a:defRPr>
        </a:defPPr>
      </a:lstStyle>
    </a:spDef>
    <a:lnDef>
      <a:spPr bwMode="auto">
        <a:xfrm>
          <a:off x="0" y="0"/>
          <a:ext cx="1" cy="1"/>
        </a:xfrm>
        <a:custGeom>
          <a:avLst/>
          <a:gdLst/>
          <a:ahLst/>
          <a:cxnLst/>
          <a:rect l="0" t="0" r="0" b="0"/>
          <a:pathLst/>
        </a:custGeom>
        <a:gradFill rotWithShape="0">
          <a:gsLst>
            <a:gs pos="0">
              <a:srgbClr val="99CCFF"/>
            </a:gs>
            <a:gs pos="100000">
              <a:schemeClr val="bg2"/>
            </a:gs>
          </a:gsLst>
          <a:lin ang="5400000" scaled="1"/>
        </a:gradFill>
        <a:ln w="9525" cap="flat" cmpd="sng" algn="ctr">
          <a:solidFill>
            <a:schemeClr val="tx1"/>
          </a:solidFill>
          <a:prstDash val="solid"/>
          <a:round/>
          <a:headEnd type="none" w="med" len="med"/>
          <a:tailEnd type="none" w="med" len="med"/>
        </a:ln>
      </a:spPr>
      <a:bodyPr vert="horz" wrap="none" lIns="91440" tIns="45720" rIns="91440" bIns="45720" numCol="1" anchor="ctr" anchorCtr="0" compatLnSpc="1"/>
      <a:lstStyle>
        <a:defPPr marL="342900" marR="0" indent="-342900" algn="ctr" defTabSz="914400" rtl="0" eaLnBrk="1" fontAlgn="base" latinLnBrk="0" hangingPunct="1">
          <a:lnSpc>
            <a:spcPct val="90000"/>
          </a:lnSpc>
          <a:spcBef>
            <a:spcPct val="20000"/>
          </a:spcBef>
          <a:spcAft>
            <a:spcPct val="0"/>
          </a:spcAft>
          <a:buClr>
            <a:schemeClr val="folHlink"/>
          </a:buClr>
          <a:buSzPct val="60000"/>
          <a:buFont typeface="Wingdings" panose="05000000000000000000" pitchFamily="2" charset="2"/>
          <a:buChar char="n"/>
          <a:defRPr kumimoji="1" lang="en-US" sz="2800" b="0" i="0" u="none" strike="noStrike" cap="none" normalizeH="0" baseline="0" smtClean="0">
            <a:ln>
              <a:noFill/>
            </a:ln>
            <a:solidFill>
              <a:schemeClr val="tx1"/>
            </a:solidFill>
            <a:effectLst/>
            <a:latin typeface="Tahoma" panose="020B0604030504040204" pitchFamily="34" charset="0"/>
            <a:ea typeface="宋体" panose="02010600030101010101" pitchFamily="2" charset="-122"/>
          </a:defRPr>
        </a:defPPr>
      </a:lstStyle>
    </a:lnDef>
  </a:objectDefaults>
  <a:extraClrSchemeLst>
    <a:extraClrScheme>
      <a:clrScheme name="Blends 1">
        <a:dk1>
          <a:srgbClr val="969696"/>
        </a:dk1>
        <a:lt1>
          <a:srgbClr val="FFFFFF"/>
        </a:lt1>
        <a:dk2>
          <a:srgbClr val="000000"/>
        </a:dk2>
        <a:lt2>
          <a:srgbClr val="DDDDDD"/>
        </a:lt2>
        <a:accent1>
          <a:srgbClr val="00E4A8"/>
        </a:accent1>
        <a:accent2>
          <a:srgbClr val="3333CC"/>
        </a:accent2>
        <a:accent3>
          <a:srgbClr val="AAAAAA"/>
        </a:accent3>
        <a:accent4>
          <a:srgbClr val="DADADA"/>
        </a:accent4>
        <a:accent5>
          <a:srgbClr val="AAEFD1"/>
        </a:accent5>
        <a:accent6>
          <a:srgbClr val="2D2DB9"/>
        </a:accent6>
        <a:hlink>
          <a:srgbClr val="FF5050"/>
        </a:hlink>
        <a:folHlink>
          <a:srgbClr val="FFCF01"/>
        </a:folHlink>
      </a:clrScheme>
      <a:clrMap bg1="dk2" tx1="lt1" bg2="dk1" tx2="lt2" accent1="accent1" accent2="accent2" accent3="accent3" accent4="accent4" accent5="accent5" accent6="accent6" hlink="hlink" folHlink="folHlink"/>
    </a:extraClrScheme>
    <a:extraClrScheme>
      <a:clrScheme name="Blends 2">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clrMap bg1="lt1" tx1="dk1" bg2="lt2" tx2="dk2" accent1="accent1" accent2="accent2" accent3="accent3" accent4="accent4" accent5="accent5" accent6="accent6" hlink="hlink" folHlink="folHlink"/>
    </a:extraClrScheme>
    <a:extraClrScheme>
      <a:clrScheme name="Blends 3">
        <a:dk1>
          <a:srgbClr val="000000"/>
        </a:dk1>
        <a:lt1>
          <a:srgbClr val="FFFFFF"/>
        </a:lt1>
        <a:dk2>
          <a:srgbClr val="000000"/>
        </a:dk2>
        <a:lt2>
          <a:srgbClr val="5F5F5F"/>
        </a:lt2>
        <a:accent1>
          <a:srgbClr val="EAEAEA"/>
        </a:accent1>
        <a:accent2>
          <a:srgbClr val="808080"/>
        </a:accent2>
        <a:accent3>
          <a:srgbClr val="FFFFFF"/>
        </a:accent3>
        <a:accent4>
          <a:srgbClr val="000000"/>
        </a:accent4>
        <a:accent5>
          <a:srgbClr val="F3F3F3"/>
        </a:accent5>
        <a:accent6>
          <a:srgbClr val="737373"/>
        </a:accent6>
        <a:hlink>
          <a:srgbClr val="4D4D4D"/>
        </a:hlink>
        <a:folHlink>
          <a:srgbClr val="C0C0C0"/>
        </a:folHlink>
      </a:clrScheme>
      <a:clrMap bg1="lt1" tx1="dk1" bg2="lt2" tx2="dk2" accent1="accent1" accent2="accent2" accent3="accent3" accent4="accent4" accent5="accent5" accent6="accent6" hlink="hlink" folHlink="folHlink"/>
    </a:extraClrScheme>
    <a:extraClrScheme>
      <a:clrScheme name="Blends 4">
        <a:dk1>
          <a:srgbClr val="000094"/>
        </a:dk1>
        <a:lt1>
          <a:srgbClr val="FFFFFF"/>
        </a:lt1>
        <a:dk2>
          <a:srgbClr val="0000CC"/>
        </a:dk2>
        <a:lt2>
          <a:srgbClr val="FFFFCC"/>
        </a:lt2>
        <a:accent1>
          <a:srgbClr val="3193FF"/>
        </a:accent1>
        <a:accent2>
          <a:srgbClr val="9900FF"/>
        </a:accent2>
        <a:accent3>
          <a:srgbClr val="AAAAE2"/>
        </a:accent3>
        <a:accent4>
          <a:srgbClr val="DADADA"/>
        </a:accent4>
        <a:accent5>
          <a:srgbClr val="ADC8FF"/>
        </a:accent5>
        <a:accent6>
          <a:srgbClr val="8A00E7"/>
        </a:accent6>
        <a:hlink>
          <a:srgbClr val="FF3399"/>
        </a:hlink>
        <a:folHlink>
          <a:srgbClr val="FFCC00"/>
        </a:folHlink>
      </a:clrScheme>
      <a:clrMap bg1="dk2" tx1="lt1" bg2="dk1" tx2="lt2" accent1="accent1" accent2="accent2" accent3="accent3" accent4="accent4" accent5="accent5" accent6="accent6" hlink="hlink" folHlink="folHlink"/>
    </a:extraClrScheme>
    <a:extraClrScheme>
      <a:clrScheme name="Blends 5">
        <a:dk1>
          <a:srgbClr val="000000"/>
        </a:dk1>
        <a:lt1>
          <a:srgbClr val="FFFFFF"/>
        </a:lt1>
        <a:dk2>
          <a:srgbClr val="000066"/>
        </a:dk2>
        <a:lt2>
          <a:srgbClr val="333333"/>
        </a:lt2>
        <a:accent1>
          <a:srgbClr val="C4709A"/>
        </a:accent1>
        <a:accent2>
          <a:srgbClr val="4B4EB5"/>
        </a:accent2>
        <a:accent3>
          <a:srgbClr val="FFFFFF"/>
        </a:accent3>
        <a:accent4>
          <a:srgbClr val="000000"/>
        </a:accent4>
        <a:accent5>
          <a:srgbClr val="DEBBCA"/>
        </a:accent5>
        <a:accent6>
          <a:srgbClr val="4346A4"/>
        </a:accent6>
        <a:hlink>
          <a:srgbClr val="C481CF"/>
        </a:hlink>
        <a:folHlink>
          <a:srgbClr val="76B749"/>
        </a:folHlink>
      </a:clrScheme>
      <a:clrMap bg1="lt1" tx1="dk1" bg2="lt2" tx2="dk2" accent1="accent1" accent2="accent2" accent3="accent3" accent4="accent4" accent5="accent5" accent6="accent6" hlink="hlink" folHlink="folHlink"/>
    </a:extraClrScheme>
    <a:extraClrScheme>
      <a:clrScheme name="Blends 6">
        <a:dk1>
          <a:srgbClr val="000000"/>
        </a:dk1>
        <a:lt1>
          <a:srgbClr val="FFFFFF"/>
        </a:lt1>
        <a:dk2>
          <a:srgbClr val="6A4076"/>
        </a:dk2>
        <a:lt2>
          <a:srgbClr val="969696"/>
        </a:lt2>
        <a:accent1>
          <a:srgbClr val="DBA9C2"/>
        </a:accent1>
        <a:accent2>
          <a:srgbClr val="E1BF91"/>
        </a:accent2>
        <a:accent3>
          <a:srgbClr val="FFFFFF"/>
        </a:accent3>
        <a:accent4>
          <a:srgbClr val="000000"/>
        </a:accent4>
        <a:accent5>
          <a:srgbClr val="EAD1DD"/>
        </a:accent5>
        <a:accent6>
          <a:srgbClr val="CCAD83"/>
        </a:accent6>
        <a:hlink>
          <a:srgbClr val="B3CE82"/>
        </a:hlink>
        <a:folHlink>
          <a:srgbClr val="B8AD48"/>
        </a:folHlink>
      </a:clrScheme>
      <a:clrMap bg1="lt1" tx1="dk1" bg2="lt2" tx2="dk2" accent1="accent1" accent2="accent2" accent3="accent3" accent4="accent4" accent5="accent5" accent6="accent6" hlink="hlink" folHlink="folHlink"/>
    </a:extraClrScheme>
    <a:extraClrScheme>
      <a:clrScheme name="Blends 7">
        <a:dk1>
          <a:srgbClr val="000000"/>
        </a:dk1>
        <a:lt1>
          <a:srgbClr val="FFFFFF"/>
        </a:lt1>
        <a:dk2>
          <a:srgbClr val="515F7B"/>
        </a:dk2>
        <a:lt2>
          <a:srgbClr val="808080"/>
        </a:lt2>
        <a:accent1>
          <a:srgbClr val="9FCAD3"/>
        </a:accent1>
        <a:accent2>
          <a:srgbClr val="C0C0C0"/>
        </a:accent2>
        <a:accent3>
          <a:srgbClr val="FFFFFF"/>
        </a:accent3>
        <a:accent4>
          <a:srgbClr val="000000"/>
        </a:accent4>
        <a:accent5>
          <a:srgbClr val="CDE1E6"/>
        </a:accent5>
        <a:accent6>
          <a:srgbClr val="AEAEAE"/>
        </a:accent6>
        <a:hlink>
          <a:srgbClr val="91AFBF"/>
        </a:hlink>
        <a:folHlink>
          <a:srgbClr val="ECEAAC"/>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操作系统课件模板" id="{0D2B8607-4739-144E-A205-A5D57C41C081}" vid="{8AD7C6F1-63D5-6344-AC6B-4C503594B1A9}"/>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操作系统课件模板</Template>
  <TotalTime>3288</TotalTime>
  <Words>3282</Words>
  <Application>Microsoft Office PowerPoint</Application>
  <PresentationFormat>全屏显示(4:3)</PresentationFormat>
  <Paragraphs>511</Paragraphs>
  <Slides>47</Slides>
  <Notes>5</Notes>
  <HiddenSlides>0</HiddenSlides>
  <MMClips>0</MMClips>
  <ScaleCrop>false</ScaleCrop>
  <HeadingPairs>
    <vt:vector size="6" baseType="variant">
      <vt:variant>
        <vt:lpstr>已用的字体</vt:lpstr>
      </vt:variant>
      <vt:variant>
        <vt:i4>9</vt:i4>
      </vt:variant>
      <vt:variant>
        <vt:lpstr>主题</vt:lpstr>
      </vt:variant>
      <vt:variant>
        <vt:i4>1</vt:i4>
      </vt:variant>
      <vt:variant>
        <vt:lpstr>幻灯片标题</vt:lpstr>
      </vt:variant>
      <vt:variant>
        <vt:i4>47</vt:i4>
      </vt:variant>
    </vt:vector>
  </HeadingPairs>
  <TitlesOfParts>
    <vt:vector size="57" baseType="lpstr">
      <vt:lpstr>等线</vt:lpstr>
      <vt:lpstr>宋体</vt:lpstr>
      <vt:lpstr>Calibri Light</vt:lpstr>
      <vt:lpstr>Century</vt:lpstr>
      <vt:lpstr>Consolas</vt:lpstr>
      <vt:lpstr>Courier New</vt:lpstr>
      <vt:lpstr>Tahoma</vt:lpstr>
      <vt:lpstr>Times New Roman</vt:lpstr>
      <vt:lpstr>Wingdings</vt:lpstr>
      <vt:lpstr>1_Blends</vt:lpstr>
      <vt:lpstr>第2章 操作系统结构</vt:lpstr>
      <vt:lpstr>操作系统提供的功能</vt:lpstr>
      <vt:lpstr>操作系统提供的功能</vt:lpstr>
      <vt:lpstr>操作系统提供的功能</vt:lpstr>
      <vt:lpstr>第2章 操作系统结构</vt:lpstr>
      <vt:lpstr>操作系统的接口</vt:lpstr>
      <vt:lpstr>命令解释程序</vt:lpstr>
      <vt:lpstr>联机命令接口</vt:lpstr>
      <vt:lpstr>脱机命令接口</vt:lpstr>
      <vt:lpstr>脱机命令接口</vt:lpstr>
      <vt:lpstr>脱机命令接口</vt:lpstr>
      <vt:lpstr>图形用户接口</vt:lpstr>
      <vt:lpstr>第2章 操作系统结构</vt:lpstr>
      <vt:lpstr>系统调用原理</vt:lpstr>
      <vt:lpstr>系统调用与栈</vt:lpstr>
      <vt:lpstr>系统调用与栈</vt:lpstr>
      <vt:lpstr>系统调用与栈</vt:lpstr>
      <vt:lpstr>系统调用与过程调用的区别</vt:lpstr>
      <vt:lpstr>系统调用案例（RiscV）</vt:lpstr>
      <vt:lpstr>系统调用的类型</vt:lpstr>
      <vt:lpstr>第2章 操作系统结构</vt:lpstr>
      <vt:lpstr>系统服务的类型</vt:lpstr>
      <vt:lpstr>系统服务的类型</vt:lpstr>
      <vt:lpstr>API</vt:lpstr>
      <vt:lpstr>API</vt:lpstr>
      <vt:lpstr>第2章 操作系统结构</vt:lpstr>
      <vt:lpstr>操作系统的内核结构</vt:lpstr>
      <vt:lpstr>简单结构</vt:lpstr>
      <vt:lpstr>分层方法</vt:lpstr>
      <vt:lpstr>层次结构特点</vt:lpstr>
      <vt:lpstr>模块结构</vt:lpstr>
      <vt:lpstr>可加载的Solaris模块</vt:lpstr>
      <vt:lpstr>现实的选择</vt:lpstr>
      <vt:lpstr>现实的选择</vt:lpstr>
      <vt:lpstr>微内核</vt:lpstr>
      <vt:lpstr>微内核</vt:lpstr>
      <vt:lpstr>微内核</vt:lpstr>
      <vt:lpstr>练习题</vt:lpstr>
      <vt:lpstr>练习题</vt:lpstr>
      <vt:lpstr>选择题1</vt:lpstr>
      <vt:lpstr>考研题</vt:lpstr>
      <vt:lpstr>API案例：最简Win32程序</vt:lpstr>
      <vt:lpstr>API案例：最简Win32程序</vt:lpstr>
      <vt:lpstr>API案例：最简Win32程序</vt:lpstr>
      <vt:lpstr>API案例：最简Win32程序</vt:lpstr>
      <vt:lpstr>API案例：最简Win32程序</vt:lpstr>
      <vt:lpstr>API案例：最简Win32程序</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第12章 I/O系统</dc:title>
  <dc:creator>Kong</dc:creator>
  <cp:lastModifiedBy>Copper</cp:lastModifiedBy>
  <cp:revision>180</cp:revision>
  <dcterms:created xsi:type="dcterms:W3CDTF">2024-01-15T08:08:31Z</dcterms:created>
  <dcterms:modified xsi:type="dcterms:W3CDTF">2026-01-27T18:25:44Z</dcterms:modified>
</cp:coreProperties>
</file>